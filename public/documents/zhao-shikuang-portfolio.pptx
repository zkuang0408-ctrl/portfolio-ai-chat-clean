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09ef1d5854214" /><Relationship Type="http://schemas.openxmlformats.org/officeDocument/2006/relationships/extended-properties" Target="/docProps/app.xml" Id="Rdcbb738dfb6c4e43" /><Relationship Type="http://schemas.openxmlformats.org/officeDocument/2006/relationships/officeDocument" Target="/ppt/presentation.xml" Id="R3beb1de2b8a144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b78a613eb142ee"/>
  </p:sldMasterIdLst>
  <p:notesMasterIdLst>
    <p:notesMasterId xmlns:r="http://schemas.openxmlformats.org/officeDocument/2006/relationships" r:id="R2d8f9f356b3847ae"/>
  </p:notesMasterIdLst>
  <p:sldIdLst>
    <p:sldId xmlns:r="http://schemas.openxmlformats.org/officeDocument/2006/relationships" id="256" r:id="R8ba04cc4294a4f9b"/>
    <p:sldId xmlns:r="http://schemas.openxmlformats.org/officeDocument/2006/relationships" id="257" r:id="R13f73fd88dc74418"/>
    <p:sldId xmlns:r="http://schemas.openxmlformats.org/officeDocument/2006/relationships" id="258" r:id="Rcdf8039eb3524ca4"/>
    <p:sldId xmlns:r="http://schemas.openxmlformats.org/officeDocument/2006/relationships" id="259" r:id="Re0760fc294f74973"/>
    <p:sldId xmlns:r="http://schemas.openxmlformats.org/officeDocument/2006/relationships" id="260" r:id="R48f205f8aecd412b"/>
    <p:sldId xmlns:r="http://schemas.openxmlformats.org/officeDocument/2006/relationships" id="261" r:id="Rc27e3208c24749f1"/>
    <p:sldId xmlns:r="http://schemas.openxmlformats.org/officeDocument/2006/relationships" id="262" r:id="R088ade37440d438f"/>
    <p:sldId xmlns:r="http://schemas.openxmlformats.org/officeDocument/2006/relationships" id="263" r:id="Re79753892fba492a"/>
    <p:sldId xmlns:r="http://schemas.openxmlformats.org/officeDocument/2006/relationships" id="264" r:id="Rfac7f31f2364413d"/>
    <p:sldId xmlns:r="http://schemas.openxmlformats.org/officeDocument/2006/relationships" id="265" r:id="R1de2ceeec5674254"/>
    <p:sldId xmlns:r="http://schemas.openxmlformats.org/officeDocument/2006/relationships" id="266" r:id="R56ab737b009e4f0f"/>
    <p:sldId xmlns:r="http://schemas.openxmlformats.org/officeDocument/2006/relationships" id="267" r:id="R03e1050fa3af44e3"/>
    <p:sldId xmlns:r="http://schemas.openxmlformats.org/officeDocument/2006/relationships" id="268" r:id="R099aabbfe9944158"/>
    <p:sldId xmlns:r="http://schemas.openxmlformats.org/officeDocument/2006/relationships" id="269" r:id="R94163130af0042ec"/>
    <p:sldId xmlns:r="http://schemas.openxmlformats.org/officeDocument/2006/relationships" id="270" r:id="R3a82d7e87e8944b7"/>
    <p:sldId xmlns:r="http://schemas.openxmlformats.org/officeDocument/2006/relationships" id="271" r:id="R2c2a0e0acb214d5c"/>
    <p:sldId xmlns:r="http://schemas.openxmlformats.org/officeDocument/2006/relationships" id="272" r:id="R721bf2202598486e"/>
    <p:sldId xmlns:r="http://schemas.openxmlformats.org/officeDocument/2006/relationships" id="273" r:id="R6b01b8ac8fe441bf"/>
    <p:sldId xmlns:r="http://schemas.openxmlformats.org/officeDocument/2006/relationships" id="274" r:id="Rd819593e6a494dd9"/>
    <p:sldId xmlns:r="http://schemas.openxmlformats.org/officeDocument/2006/relationships" id="275" r:id="R59479e531ece4d4f"/>
    <p:sldId xmlns:r="http://schemas.openxmlformats.org/officeDocument/2006/relationships" id="276" r:id="R34128c00f2f6426c"/>
    <p:sldId xmlns:r="http://schemas.openxmlformats.org/officeDocument/2006/relationships" id="277" r:id="R6db916b7d61c4547"/>
    <p:sldId xmlns:r="http://schemas.openxmlformats.org/officeDocument/2006/relationships" id="278" r:id="Ra9cbd86734234ceb"/>
    <p:sldId xmlns:r="http://schemas.openxmlformats.org/officeDocument/2006/relationships" id="279" r:id="Rb5581df99a6f4a68"/>
    <p:sldId xmlns:r="http://schemas.openxmlformats.org/officeDocument/2006/relationships" id="280" r:id="Rba0091250c954b5a"/>
    <p:sldId xmlns:r="http://schemas.openxmlformats.org/officeDocument/2006/relationships" id="281" r:id="Rede53df5eb374bb7"/>
    <p:sldId xmlns:r="http://schemas.openxmlformats.org/officeDocument/2006/relationships" id="282" r:id="R6bb4b619c4324e08"/>
    <p:sldId xmlns:r="http://schemas.openxmlformats.org/officeDocument/2006/relationships" id="283" r:id="R7dae256be7ce416e"/>
    <p:sldId xmlns:r="http://schemas.openxmlformats.org/officeDocument/2006/relationships" id="284" r:id="R35c3cf6e0e314d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a8305a3cf142e6" /><Relationship Type="http://schemas.openxmlformats.org/officeDocument/2006/relationships/slideMaster" Target="/ppt/slideMasters/slideMaster1.xml" Id="R5cb78a613eb142ee" /><Relationship Type="http://schemas.openxmlformats.org/officeDocument/2006/relationships/notesMaster" Target="/ppt/notesMasters/notesMaster1.xml" Id="R2d8f9f356b3847ae" /><Relationship Type="http://schemas.openxmlformats.org/officeDocument/2006/relationships/presProps" Target="/ppt/presProps.xml" Id="R14ee97f5ad954130" /><Relationship Type="http://schemas.openxmlformats.org/officeDocument/2006/relationships/tableStyles" Target="/ppt/tableStyles.xml" Id="R9393c486f9084ebc" /><Relationship Type="http://schemas.openxmlformats.org/officeDocument/2006/relationships/slide" Target="/ppt/slides/slide1.xml" Id="R8ba04cc4294a4f9b" /><Relationship Type="http://schemas.openxmlformats.org/officeDocument/2006/relationships/slide" Target="/ppt/slides/slide2.xml" Id="R13f73fd88dc74418" /><Relationship Type="http://schemas.openxmlformats.org/officeDocument/2006/relationships/slide" Target="/ppt/slides/slide3.xml" Id="Rcdf8039eb3524ca4" /><Relationship Type="http://schemas.openxmlformats.org/officeDocument/2006/relationships/slide" Target="/ppt/slides/slide4.xml" Id="Re0760fc294f74973" /><Relationship Type="http://schemas.openxmlformats.org/officeDocument/2006/relationships/slide" Target="/ppt/slides/slide5.xml" Id="R48f205f8aecd412b" /><Relationship Type="http://schemas.openxmlformats.org/officeDocument/2006/relationships/slide" Target="/ppt/slides/slide6.xml" Id="Rc27e3208c24749f1" /><Relationship Type="http://schemas.openxmlformats.org/officeDocument/2006/relationships/slide" Target="/ppt/slides/slide7.xml" Id="R088ade37440d438f" /><Relationship Type="http://schemas.openxmlformats.org/officeDocument/2006/relationships/slide" Target="/ppt/slides/slide8.xml" Id="Re79753892fba492a" /><Relationship Type="http://schemas.openxmlformats.org/officeDocument/2006/relationships/slide" Target="/ppt/slides/slide9.xml" Id="Rfac7f31f2364413d" /><Relationship Type="http://schemas.openxmlformats.org/officeDocument/2006/relationships/slide" Target="/ppt/slides/slide10.xml" Id="R1de2ceeec5674254" /><Relationship Type="http://schemas.openxmlformats.org/officeDocument/2006/relationships/slide" Target="/ppt/slides/slide11.xml" Id="R56ab737b009e4f0f" /><Relationship Type="http://schemas.openxmlformats.org/officeDocument/2006/relationships/slide" Target="/ppt/slides/slide12.xml" Id="R03e1050fa3af44e3" /><Relationship Type="http://schemas.openxmlformats.org/officeDocument/2006/relationships/slide" Target="/ppt/slides/slide13.xml" Id="R099aabbfe9944158" /><Relationship Type="http://schemas.openxmlformats.org/officeDocument/2006/relationships/slide" Target="/ppt/slides/slide14.xml" Id="R94163130af0042ec" /><Relationship Type="http://schemas.openxmlformats.org/officeDocument/2006/relationships/slide" Target="/ppt/slides/slide15.xml" Id="R3a82d7e87e8944b7" /><Relationship Type="http://schemas.openxmlformats.org/officeDocument/2006/relationships/slide" Target="/ppt/slides/slide16.xml" Id="R2c2a0e0acb214d5c" /><Relationship Type="http://schemas.openxmlformats.org/officeDocument/2006/relationships/slide" Target="/ppt/slides/slide17.xml" Id="R721bf2202598486e" /><Relationship Type="http://schemas.openxmlformats.org/officeDocument/2006/relationships/slide" Target="/ppt/slides/slide18.xml" Id="R6b01b8ac8fe441bf" /><Relationship Type="http://schemas.openxmlformats.org/officeDocument/2006/relationships/slide" Target="/ppt/slides/slide19.xml" Id="Rd819593e6a494dd9" /><Relationship Type="http://schemas.openxmlformats.org/officeDocument/2006/relationships/slide" Target="/ppt/slides/slide20.xml" Id="R59479e531ece4d4f" /><Relationship Type="http://schemas.openxmlformats.org/officeDocument/2006/relationships/slide" Target="/ppt/slides/slide21.xml" Id="R34128c00f2f6426c" /><Relationship Type="http://schemas.openxmlformats.org/officeDocument/2006/relationships/slide" Target="/ppt/slides/slide22.xml" Id="R6db916b7d61c4547" /><Relationship Type="http://schemas.openxmlformats.org/officeDocument/2006/relationships/slide" Target="/ppt/slides/slide23.xml" Id="Ra9cbd86734234ceb" /><Relationship Type="http://schemas.openxmlformats.org/officeDocument/2006/relationships/slide" Target="/ppt/slides/slide24.xml" Id="Rb5581df99a6f4a68" /><Relationship Type="http://schemas.openxmlformats.org/officeDocument/2006/relationships/slide" Target="/ppt/slides/slide25.xml" Id="Rba0091250c954b5a" /><Relationship Type="http://schemas.openxmlformats.org/officeDocument/2006/relationships/slide" Target="/ppt/slides/slide26.xml" Id="Rede53df5eb374bb7" /><Relationship Type="http://schemas.openxmlformats.org/officeDocument/2006/relationships/slide" Target="/ppt/slides/slide27.xml" Id="R6bb4b619c4324e08" /><Relationship Type="http://schemas.openxmlformats.org/officeDocument/2006/relationships/slide" Target="/ppt/slides/slide28.xml" Id="R7dae256be7ce416e" /><Relationship Type="http://schemas.openxmlformats.org/officeDocument/2006/relationships/slide" Target="/ppt/slides/slide29.xml" Id="R35c3cf6e0e31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f9553424e64f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48881f7c34d7b" /><Relationship Type="http://schemas.openxmlformats.org/officeDocument/2006/relationships/notesMaster" Target="/ppt/notesMasters/notesMaster1.xml" Id="R96b177b9cc924a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61564ca90b4e2c" /><Relationship Type="http://schemas.openxmlformats.org/officeDocument/2006/relationships/notesMaster" Target="/ppt/notesMasters/notesMaster1.xml" Id="R168b76334dc24e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6126ef8c1a4c07" /><Relationship Type="http://schemas.openxmlformats.org/officeDocument/2006/relationships/notesMaster" Target="/ppt/notesMasters/notesMaster1.xml" Id="R54b64c8d885a4b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30c18482c74755" /><Relationship Type="http://schemas.openxmlformats.org/officeDocument/2006/relationships/notesMaster" Target="/ppt/notesMasters/notesMaster1.xml" Id="R657c6971e948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1662b63484cec" /><Relationship Type="http://schemas.openxmlformats.org/officeDocument/2006/relationships/notesMaster" Target="/ppt/notesMasters/notesMaster1.xml" Id="R113cc1e0a79649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9123a5c8cd461a" /><Relationship Type="http://schemas.openxmlformats.org/officeDocument/2006/relationships/notesMaster" Target="/ppt/notesMasters/notesMaster1.xml" Id="R9dd80c6697ea48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3c437e44b04bcc" /><Relationship Type="http://schemas.openxmlformats.org/officeDocument/2006/relationships/notesMaster" Target="/ppt/notesMasters/notesMaster1.xml" Id="R1a49f1795521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a7ebae37a94e56" /><Relationship Type="http://schemas.openxmlformats.org/officeDocument/2006/relationships/notesMaster" Target="/ppt/notesMasters/notesMaster1.xml" Id="R031aa1395d6b4a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87eaa0a994439b" /><Relationship Type="http://schemas.openxmlformats.org/officeDocument/2006/relationships/notesMaster" Target="/ppt/notesMasters/notesMaster1.xml" Id="Rce2ba4b429e242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36c8be1fdc47d3" /><Relationship Type="http://schemas.openxmlformats.org/officeDocument/2006/relationships/notesMaster" Target="/ppt/notesMasters/notesMaster1.xml" Id="R8c8a4a2ad4d344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2880ed47db4511" /><Relationship Type="http://schemas.openxmlformats.org/officeDocument/2006/relationships/notesMaster" Target="/ppt/notesMasters/notesMaster1.xml" Id="R59422676671d41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f482b570c64ff0" /><Relationship Type="http://schemas.openxmlformats.org/officeDocument/2006/relationships/notesMaster" Target="/ppt/notesMasters/notesMaster1.xml" Id="R191ab4d444e44c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4ef7e1d2844e0a" /><Relationship Type="http://schemas.openxmlformats.org/officeDocument/2006/relationships/notesMaster" Target="/ppt/notesMasters/notesMaster1.xml" Id="R3124b293b7314c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c556e00e4b4ed9" /><Relationship Type="http://schemas.openxmlformats.org/officeDocument/2006/relationships/notesMaster" Target="/ppt/notesMasters/notesMaster1.xml" Id="R59ff257ad4ea41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066bde36d74585" /><Relationship Type="http://schemas.openxmlformats.org/officeDocument/2006/relationships/notesMaster" Target="/ppt/notesMasters/notesMaster1.xml" Id="R5e84361f03fb4f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533b75837a44eb" /><Relationship Type="http://schemas.openxmlformats.org/officeDocument/2006/relationships/notesMaster" Target="/ppt/notesMasters/notesMaster1.xml" Id="Ra809ce4e38904a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f8e88f09ca45a6" /><Relationship Type="http://schemas.openxmlformats.org/officeDocument/2006/relationships/notesMaster" Target="/ppt/notesMasters/notesMaster1.xml" Id="R5979dfc456654c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9bf6f3d1494840" /><Relationship Type="http://schemas.openxmlformats.org/officeDocument/2006/relationships/notesMaster" Target="/ppt/notesMasters/notesMaster1.xml" Id="R5335ff9577594d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1c391db4994d24" /><Relationship Type="http://schemas.openxmlformats.org/officeDocument/2006/relationships/notesMaster" Target="/ppt/notesMasters/notesMaster1.xml" Id="R952d6d6da2734e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baa173768c4592" /><Relationship Type="http://schemas.openxmlformats.org/officeDocument/2006/relationships/notesMaster" Target="/ppt/notesMasters/notesMaster1.xml" Id="R12d1b64a3f5347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e81893cd264d3b" /><Relationship Type="http://schemas.openxmlformats.org/officeDocument/2006/relationships/notesMaster" Target="/ppt/notesMasters/notesMaster1.xml" Id="Rb038fdf99a3b4ba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d9100cb2054482" /><Relationship Type="http://schemas.openxmlformats.org/officeDocument/2006/relationships/notesMaster" Target="/ppt/notesMasters/notesMaster1.xml" Id="Rf3044b02c38e4c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373f656d0c415a" /><Relationship Type="http://schemas.openxmlformats.org/officeDocument/2006/relationships/notesMaster" Target="/ppt/notesMasters/notesMaster1.xml" Id="Rc5d28e0934ca4c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536fb6c0b3041d9" /><Relationship Type="http://schemas.openxmlformats.org/officeDocument/2006/relationships/notesMaster" Target="/ppt/notesMasters/notesMaster1.xml" Id="Re44a5a0b32de40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b2f6fd877346f7" /><Relationship Type="http://schemas.openxmlformats.org/officeDocument/2006/relationships/notesMaster" Target="/ppt/notesMasters/notesMaster1.xml" Id="Rc56ed45e901c4db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832dc26a77499a" /><Relationship Type="http://schemas.openxmlformats.org/officeDocument/2006/relationships/notesMaster" Target="/ppt/notesMasters/notesMaster1.xml" Id="Rca478da8713c46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f3b97122f4944af" /><Relationship Type="http://schemas.openxmlformats.org/officeDocument/2006/relationships/notesMaster" Target="/ppt/notesMasters/notesMaster1.xml" Id="Rabd73246623449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6d88d0c8da24a2f" /><Relationship Type="http://schemas.openxmlformats.org/officeDocument/2006/relationships/notesMaster" Target="/ppt/notesMasters/notesMaster1.xml" Id="R9283167e7ebc440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aeb8886db124c06" /><Relationship Type="http://schemas.openxmlformats.org/officeDocument/2006/relationships/notesMaster" Target="/ppt/notesMasters/notesMaster1.xml" Id="Raa7b0c750da2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35eba95d34b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2dc0e888b4c3d" /><Relationship Type="http://schemas.openxmlformats.org/officeDocument/2006/relationships/slideLayout" Target="/ppt/slideLayouts/slideLayout1.xml" Id="Rb301409e36ed49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01409e36ed49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74be53d2a4ad6" /><Relationship Type="http://schemas.openxmlformats.org/officeDocument/2006/relationships/notesSlide" Target="/ppt/notesSlides/notesSlide1.xml" Id="Rf1aa5db422a64d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4be9a86bf4dd1" /><Relationship Type="http://schemas.openxmlformats.org/officeDocument/2006/relationships/notesSlide" Target="/ppt/notesSlides/notesSlide2.xml" Id="R334efd1a3c104f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4ed81abd241fa" /><Relationship Type="http://schemas.openxmlformats.org/officeDocument/2006/relationships/notesSlide" Target="/ppt/notesSlides/notesSlide3.xml" Id="R5e8313ce18f640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2856d7d414f54" /><Relationship Type="http://schemas.openxmlformats.org/officeDocument/2006/relationships/notesSlide" Target="/ppt/notesSlides/notesSlide4.xml" Id="R5d43d595449448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ce317e23f40d2" /><Relationship Type="http://schemas.openxmlformats.org/officeDocument/2006/relationships/image" Target="/ppt/media/image.png" Id="R664f1d4849c74b99" /><Relationship Type="http://schemas.openxmlformats.org/officeDocument/2006/relationships/notesSlide" Target="/ppt/notesSlides/notesSlide5.xml" Id="R691561bf04cb4c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261d6cd4e49d6" /><Relationship Type="http://schemas.openxmlformats.org/officeDocument/2006/relationships/image" Target="/ppt/media/image2.png" Id="R5b16cd25c1e147ac" /><Relationship Type="http://schemas.openxmlformats.org/officeDocument/2006/relationships/notesSlide" Target="/ppt/notesSlides/notesSlide6.xml" Id="R0f23167f0f8840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752511aca410f" /><Relationship Type="http://schemas.openxmlformats.org/officeDocument/2006/relationships/image" Target="/ppt/media/image3.png" Id="Rc77f483b3fda4ff9" /><Relationship Type="http://schemas.openxmlformats.org/officeDocument/2006/relationships/notesSlide" Target="/ppt/notesSlides/notesSlide7.xml" Id="R775d351b501149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57ac95e90441e" /><Relationship Type="http://schemas.openxmlformats.org/officeDocument/2006/relationships/image" Target="/ppt/media/image.jpeg" Id="Rca8398321afe40dd" /><Relationship Type="http://schemas.openxmlformats.org/officeDocument/2006/relationships/notesSlide" Target="/ppt/notesSlides/notesSlide8.xml" Id="Re7f8f07d577d43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a8a802d9a490c" /><Relationship Type="http://schemas.openxmlformats.org/officeDocument/2006/relationships/image" Target="/ppt/media/image2.jpeg" Id="R3fa9a21ed2224cd4" /><Relationship Type="http://schemas.openxmlformats.org/officeDocument/2006/relationships/notesSlide" Target="/ppt/notesSlides/notesSlide9.xml" Id="R92eeb77805fa4a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ca770812b4994" /><Relationship Type="http://schemas.openxmlformats.org/officeDocument/2006/relationships/image" Target="/ppt/media/image3.jpeg" Id="Rec7154689fa84474" /><Relationship Type="http://schemas.openxmlformats.org/officeDocument/2006/relationships/notesSlide" Target="/ppt/notesSlides/notesSlide10.xml" Id="R8811945fffdc49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cbb48828540ec" /><Relationship Type="http://schemas.openxmlformats.org/officeDocument/2006/relationships/image" Target="/ppt/media/image4.jpeg" Id="Rc4e9219b7c684493" /><Relationship Type="http://schemas.openxmlformats.org/officeDocument/2006/relationships/notesSlide" Target="/ppt/notesSlides/notesSlide11.xml" Id="R5dbd8094a2244d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94e6f031648ec" /><Relationship Type="http://schemas.openxmlformats.org/officeDocument/2006/relationships/image" Target="/ppt/media/image5.jpeg" Id="R4058b07ffb5048a4" /><Relationship Type="http://schemas.openxmlformats.org/officeDocument/2006/relationships/notesSlide" Target="/ppt/notesSlides/notesSlide12.xml" Id="Rfc8de2af7c8b4a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a65366bdf4316" /><Relationship Type="http://schemas.openxmlformats.org/officeDocument/2006/relationships/image" Target="/ppt/media/image6.jpeg" Id="Rd0bab23f0d4d4451" /><Relationship Type="http://schemas.openxmlformats.org/officeDocument/2006/relationships/notesSlide" Target="/ppt/notesSlides/notesSlide13.xml" Id="R8630a139246341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bb15ef97c401d" /><Relationship Type="http://schemas.openxmlformats.org/officeDocument/2006/relationships/image" Target="/ppt/media/image7.jpeg" Id="Rf2fa3c7d47874e94" /><Relationship Type="http://schemas.openxmlformats.org/officeDocument/2006/relationships/notesSlide" Target="/ppt/notesSlides/notesSlide14.xml" Id="Ra8ab9ee420cf4a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ad992c2e24f1d" /><Relationship Type="http://schemas.openxmlformats.org/officeDocument/2006/relationships/image" Target="/ppt/media/image8.jpeg" Id="R0401c05972dd457c" /><Relationship Type="http://schemas.openxmlformats.org/officeDocument/2006/relationships/notesSlide" Target="/ppt/notesSlides/notesSlide15.xml" Id="R7f4b6023c75b4e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1e10dc07496a" /><Relationship Type="http://schemas.openxmlformats.org/officeDocument/2006/relationships/image" Target="/ppt/media/image9.jpeg" Id="Re5ece4f70a014861" /><Relationship Type="http://schemas.openxmlformats.org/officeDocument/2006/relationships/notesSlide" Target="/ppt/notesSlides/notesSlide16.xml" Id="Rd3aff9c6753845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faca20f654211" /><Relationship Type="http://schemas.openxmlformats.org/officeDocument/2006/relationships/image" Target="/ppt/media/image4.png" Id="Ra4c4fe6259454380" /><Relationship Type="http://schemas.openxmlformats.org/officeDocument/2006/relationships/notesSlide" Target="/ppt/notesSlides/notesSlide17.xml" Id="Rc19e49c3224e42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814e10cc74074" /><Relationship Type="http://schemas.openxmlformats.org/officeDocument/2006/relationships/image" Target="/ppt/media/image10.jpeg" Id="R9bddd1cf96e44e88" /><Relationship Type="http://schemas.openxmlformats.org/officeDocument/2006/relationships/notesSlide" Target="/ppt/notesSlides/notesSlide18.xml" Id="R1797bc7f603f48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939ab84b340f8" /><Relationship Type="http://schemas.openxmlformats.org/officeDocument/2006/relationships/image" Target="/ppt/media/image5.png" Id="R19bc9137a6c641b0" /><Relationship Type="http://schemas.openxmlformats.org/officeDocument/2006/relationships/notesSlide" Target="/ppt/notesSlides/notesSlide19.xml" Id="R1cc325fb93bb48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c8159aff64991" /><Relationship Type="http://schemas.openxmlformats.org/officeDocument/2006/relationships/notesSlide" Target="/ppt/notesSlides/notesSlide20.xml" Id="R28de6ca7bd1e48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d8f8c1dac40c2" /><Relationship Type="http://schemas.openxmlformats.org/officeDocument/2006/relationships/image" Target="/ppt/media/image6.png" Id="R9d9b60597e5d4dad" /><Relationship Type="http://schemas.openxmlformats.org/officeDocument/2006/relationships/notesSlide" Target="/ppt/notesSlides/notesSlide21.xml" Id="R66d6e83e023e47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9d64a534c4853" /><Relationship Type="http://schemas.openxmlformats.org/officeDocument/2006/relationships/image" Target="/ppt/media/image7.png" Id="R519a7b4f6e5f43ae" /><Relationship Type="http://schemas.openxmlformats.org/officeDocument/2006/relationships/notesSlide" Target="/ppt/notesSlides/notesSlide22.xml" Id="R6507db502d5c46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91a9747a4611" /><Relationship Type="http://schemas.openxmlformats.org/officeDocument/2006/relationships/image" Target="/ppt/media/image8.png" Id="R16cafddf28e349bc" /><Relationship Type="http://schemas.openxmlformats.org/officeDocument/2006/relationships/notesSlide" Target="/ppt/notesSlides/notesSlide23.xml" Id="R5f91e843b25549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5ab88a82d4196" /><Relationship Type="http://schemas.openxmlformats.org/officeDocument/2006/relationships/image" Target="/ppt/media/image11.jpeg" Id="Ra95307fab2dd47a8" /><Relationship Type="http://schemas.openxmlformats.org/officeDocument/2006/relationships/notesSlide" Target="/ppt/notesSlides/notesSlide24.xml" Id="R3b7fd18a07524a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43b9f5226457b" /><Relationship Type="http://schemas.openxmlformats.org/officeDocument/2006/relationships/image" Target="/ppt/media/image12.jpeg" Id="R6a1e1a14644d4c19" /><Relationship Type="http://schemas.openxmlformats.org/officeDocument/2006/relationships/notesSlide" Target="/ppt/notesSlides/notesSlide25.xml" Id="Rd074914af24248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89e4f7b6b4332" /><Relationship Type="http://schemas.openxmlformats.org/officeDocument/2006/relationships/image" Target="/ppt/media/image13.jpeg" Id="R770d170ebfb6442a" /><Relationship Type="http://schemas.openxmlformats.org/officeDocument/2006/relationships/notesSlide" Target="/ppt/notesSlides/notesSlide26.xml" Id="Rd8a9e43637fe4a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6a7e2fd3e40b1" /><Relationship Type="http://schemas.openxmlformats.org/officeDocument/2006/relationships/image" Target="/ppt/media/image14.jpeg" Id="R35c5863713f04cc2" /><Relationship Type="http://schemas.openxmlformats.org/officeDocument/2006/relationships/notesSlide" Target="/ppt/notesSlides/notesSlide27.xml" Id="R57defae8fc2047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0d7519aac4ba6" /><Relationship Type="http://schemas.openxmlformats.org/officeDocument/2006/relationships/image" Target="/ppt/media/image15.jpeg" Id="R347067e11cfe45b2" /><Relationship Type="http://schemas.openxmlformats.org/officeDocument/2006/relationships/notesSlide" Target="/ppt/notesSlides/notesSlide28.xml" Id="R0a4f456fc9fb4d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0ef34ac04a96" /><Relationship Type="http://schemas.openxmlformats.org/officeDocument/2006/relationships/notesSlide" Target="/ppt/notesSlides/notesSlide29.xml" Id="R4061b8f093d6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39F03-7425-4A14-9A24-0C96826A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8DD74-0ADB-4F19-88D0-344F18B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693-A020-477B-9C44-1E789A63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C4F37-C906-49C8-A8EF-10F24403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55B13-D739-433E-87D1-DB7A3DFA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BE057-170A-4476-8B6C-F80F44B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58E60-0608-4908-9833-9040801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DD871-558C-4E26-A6D9-BA13C2D8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73131-1D19-452B-83B0-3380067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C182B-5BC6-4F85-B878-1295CADB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66CF9-4992-4255-96AB-E9FC637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B8602-3058-4368-A1B3-6C9C5B0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C31F3-D41B-4D35-A6BF-02BD0C5E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87FD6-1BC3-46A5-9147-254B1BE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E9F60-ADA2-43E3-B56C-E40D9A90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B29EA-235D-412F-A870-265BA8BF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56660-06A6-4FD1-80F0-560FB94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5A58F-7391-4CD7-8D90-19FA064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267B0-0BA0-4382-8508-D24084CA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326AF-E513-41AF-9D99-A85A4FDE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1E36E-3B57-4D01-ABD6-EFF00FC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16E4A-9034-4074-ADCE-AB06D998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PORTFOLIO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41C2C-795A-4046-971D-8E32ED5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429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赵实旷 | 实习作品集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F27AF-3418-4D69-B7DE-0390332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场景洞察 · 产品系统 · 智能交互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195E0-1B0D-4FAC-A9D7-46086B8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3276600" cy="37338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19799-965F-4A8E-AFC9-6BC546F9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赵实旷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B21E8-572D-48D9-B861-C32332C6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面向实习申请的产品与交互设计作品集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44451-B8BF-41D3-8772-A70E7C42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56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50604-5838-49DF-9432-8AD47226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343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2BD607-214E-483C-AD64-5203EDD0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3F2EB-491B-481A-9570-BE98F017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F2F94C-FA7D-4B48-B3BA-981EFEB2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4E832-8D1A-4A73-97B3-E2304F3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01 / 29</a:t>
            </a:r>
          </a:p>
        </p:txBody>
      </p:sp>
    </p:spTree>
    <p:extLst>
      <p:ext uri="{BB962C8B-B14F-4D97-AF65-F5344CB8AC3E}">
        <p14:creationId xmlns:p14="http://schemas.microsoft.com/office/powerpoint/2010/main" val="1121799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3C632-F790-47B1-8E8D-AE826D0B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F4D97-AA20-4E05-AB43-6F1B27E1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5F656-6593-4870-B180-4264F46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C9DBE-223A-4E8B-8629-FBA34CCB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761CC-88C9-455B-A455-A731765C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5C3C9-5B31-4CED-80AF-6B1C750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C048C-280F-4BB5-B56D-1EE1D14F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01628-1BDF-43C2-B77B-2EFD7B53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22C8D-F64D-4C91-9BED-0FD2E934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4D405-11C0-4E2E-B344-2EF61A6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82F4F-19F9-4FFD-855B-25EF3A33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8F365-4643-4621-880E-2BA32CB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BEB46-3A1B-4CB5-A74F-DF0862A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BFD8C-119F-4673-BB5D-729FBEF4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C0B1E-BB65-4C1E-8E2B-BD411EC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F73C3-01C1-485E-B72E-1B9F8A50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D015A-3923-4FAF-BEBC-73B5B39E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FB42F-2803-45BB-86A7-5F5A3D9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EDDC6-6F76-4B64-80D8-CB57C0D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DD20A-375D-4312-B3E3-61B364A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83C74-AF95-4FD2-BB8B-8DDF84F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8ACD3-1AAC-4172-B3E7-700882F9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能力概览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298B5-31B8-4204-B121-9A53398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用场景洞察把智能产品落到具体体验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FD4E7-0206-4F72-9AA6-6B375E78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作品集重点呈现从真实场景、用户行为、系统逻辑到产品形态的完整推导能力。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B873E-76A7-4553-A183-F11DCBFB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61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E4169-1BF3-47AC-82FC-618AB256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场景研究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5C2AC0-C7D2-4354-9D7E-6D0FD4E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从病房、睡眠、座舱、旅行等复杂语境中提炼问题。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E0D32F-473A-4B74-8A4A-3715A6C4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361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85306-20CE-4629-B2FE-6A437F6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90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产品系统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4DEEE-000C-41D6-BF19-25E8030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把硬件、界面、服务和反馈机制组织成可解释闭环。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A4287-701D-4CF2-9DED-89EE720D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61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625492-53BB-41A5-9C8A-30875518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交互原型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6E2E3C-4B74-4ABC-A337-73DEA74D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48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用流程、界面和情境证据表达体验如何发生。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36902-56A8-46E9-9DA5-80F3F0F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76750"/>
            <a:ext cx="361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CB15F6-F106-4393-8182-BB8C3C4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38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视觉叙事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8A9A80-24F6-4B4B-8DDE-FE92B502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用展板、渲染和信息编排支撑概念可信度。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24B063-CCFD-4674-87B0-ABF512F6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123950"/>
            <a:ext cx="2190750" cy="4095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97B667-F380-49F3-9E16-BB43CDB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66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核心定位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9168FC-4C63-4D21-A418-C757353D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62150"/>
            <a:ext cx="1657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面向智能硬件、交互体验、概念产品和空间叙事岗位，提供能够快速进入场景、整理证据并形成可表达方案的设计能力。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F980F6-7125-4695-B98D-4108AE67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方法关键词</a:t>
            </a:r>
          </a:p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场景证据 / 系统闭环 / 原型表达 / 视觉组织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3880E0-D4A8-4E7D-B3B5-276091A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F0BA2C-3C11-49E8-823A-896EE781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85B03B-C7E6-45C4-B19E-028CB7C5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4CA9BC-4694-4BF1-8496-3D2A33B1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02 / 29</a:t>
            </a:r>
          </a:p>
        </p:txBody>
      </p:sp>
    </p:spTree>
    <p:extLst>
      <p:ext uri="{BB962C8B-B14F-4D97-AF65-F5344CB8AC3E}">
        <p14:creationId xmlns:p14="http://schemas.microsoft.com/office/powerpoint/2010/main" val="844287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6248B-13CE-46FE-AF91-20CB54DC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1750C-7B20-4FA5-818C-E7776B8B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33755-B4BA-41CB-93F8-96BD02F8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6ED7E-7A81-461B-B114-97F30F0F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024D1-2311-44AF-B5A2-BE9241A3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65250-DCF1-4822-AC1B-DA9627C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93574-1F63-4164-979A-541B7123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C39A5-237B-4924-AB3C-93180389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BC0F6-8D57-410E-AC11-74BA403F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0F4F2-9354-4F1E-B089-07E5A7DA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17ECD-1BBC-470C-8182-FE22B2F7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2A10C-117C-4ABE-A8E4-E2C2856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F5290-DF12-4688-8DB6-ABD9DFA9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DCB6C-C8EF-411A-A0C7-1519EC30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668E2-4D7C-42BB-BB6E-1CBA80CB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0BD52-E909-4E89-9F32-AB383741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E5D48-B586-4990-9E30-7BCF00B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0ABF3-159A-4E84-B728-651099C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ABD82-6916-4682-875B-0FE33F51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24390-D6F5-4DD3-803B-FA759AE9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6D84C-8F8D-41BF-AB7A-53688646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3FED7-CE77-4FB6-B67A-DA9AA819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056BC-824D-4360-ABFD-D7464E3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项目选择围绕岗位方向重新组织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EDECF-1B12-448F-856D-79C8244D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每个项目只保留对岗位判断最有价值的场景、系统、过程和结果证据。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2EC70-1FED-4212-BC58-629EA134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9E252-8075-41B1-994C-E689FDB0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90D03-695B-4521-A5DC-CBC32740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UroSense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0F1CA-EA73-40E1-BA28-8F93A09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医疗场景智能产品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411B0-A75E-4DC2-9C6A-C3DCEF4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94A99-1B4E-407F-8EEF-5B6D51C8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528B88-38DA-4642-9441-9084F9D0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718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智能床头板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A19AE-E590-424B-883C-5C2046E3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194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智能家居与睡眠体验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E47F31-ED8C-4BE9-A09D-88A4E195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B95517-818B-46F8-8472-C44273A4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19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61ACFD-5EF8-46BB-B256-ACE15933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Atempo / Breath Mirror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FC2900-D80D-4671-A98F-C0365F5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呼吸引导交互产品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F9D3B-F7CA-463B-B83F-0CAE53D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6614F5-AB6C-467C-8668-D3C9980E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76B6BA-95BE-4D0B-B8EB-602D3B75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INKSeat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A22352-6100-45CD-A4FF-4276C303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智能座舱电子纸广告终端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9B66BA-D58D-4B15-BF80-321839BE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957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A05C82-1998-4DDC-9C9E-9C427B2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57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7B0D8A-AB8A-4575-9685-451A8FDD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100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EMOVUE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AD68EA-0FB4-4A11-93FE-025A323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576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情绪感知可穿戴相机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A9EC17-8DDE-4848-8ACC-D151EF2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1338CE-CB42-4956-957C-19BF47DD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317A4A-01E9-4602-8D94-558F991E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100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First Fly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4E58E8-3F6B-4375-AC0F-170D681D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576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未来飞行体验概念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29DAAE-06A4-4E43-8C14-D05DD680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EB1EC1-77F4-41B3-AB7B-A5A516D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473906-0926-4735-BA05-1C5C194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流动的时空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FDA453-365F-41FE-9917-B86D39F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958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VR/AR 空间体验设计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354308-BD57-4517-BF4C-F7A5520C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339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E232FA-8351-4CE1-9B6D-A685AE9E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958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456B42-9127-417C-9B42-2830902A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482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果实与演化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31F5A4-7FA9-4B25-83A8-1E179280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958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参数化食物设计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D653B2-E6BD-4480-B500-14C3220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33900"/>
            <a:ext cx="333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B47FD1-E369-44DA-B1B1-AD19C34A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958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2EF3C2-A92D-4781-BF53-623BED8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3D 打印鞋履设计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1E2CFD-75C9-4582-BAF5-516AFA46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鞋履与制造实验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EF07BE-9DB2-401A-B35C-36161A20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CB8123-2851-41E9-8D18-DBA73983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4E1EDF-93A6-4EFE-9048-3C068F18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07172B-9417-469C-AE00-E9999E9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03 / 29</a:t>
            </a:r>
          </a:p>
        </p:txBody>
      </p:sp>
    </p:spTree>
    <p:extLst>
      <p:ext uri="{BB962C8B-B14F-4D97-AF65-F5344CB8AC3E}">
        <p14:creationId xmlns:p14="http://schemas.microsoft.com/office/powerpoint/2010/main" val="631045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245C41-D9D7-4542-BC07-08EA439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4F127-C748-484A-9287-B9CF329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2266D-1984-477D-9647-210369EF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B82B8-A506-4512-9B80-7F93A8F2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6B14A-DB98-4401-92E6-511C604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7C610-DA6F-4C0C-A975-997E6435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4640F-0025-43D9-86C7-A81D1DB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D2A52-F29D-4B4C-A38D-6E8F6972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CDF32-39F8-4464-83E5-863C06D7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33651-06A1-405A-9E7A-5D0BE827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EADCA-7E2B-4CFD-908D-BEC76943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A0662-6338-43EB-8000-EA7C0146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4F05E-42FE-4C1B-B9E0-E0178A24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D636F-5353-4477-A1A1-C344CBD3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F646B-A62E-4496-ABC8-D069B431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C29AA-7DC5-4B64-950F-362B4E7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83D0D-3F3F-4FAE-B865-804E2428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3C76E-0282-48E7-AF13-C52BD46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CA004-6846-4904-9F22-6552C4F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76981-EDF5-4DA4-BB7B-86733524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6FEB6-E077-4E86-94E3-E24B7EF1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1E145-FB7C-40BA-B746-007F9380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第一组能力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38636-D123-4868-984E-5450100B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42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智能产品把复杂场景变成可用系统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DEB7C-B4C0-4F79-938C-73F6D3F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医疗、睡眠、呼吸、座舱和穿戴项目共同展示从场景证据到产品闭环的能力。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575F1-1DDA-4AFB-943B-87FBD4D7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DF988-939F-450B-8248-CF5689AD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6215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742F7-EBDB-4D8A-8AAA-E535754C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Design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EF12D-791A-417D-88A5-2465A597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5BBB1-0D5E-42FB-9882-B5C9BBF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C63BA-7030-4712-9840-A44F27BB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CB494-8EB4-4ED4-9EDD-45EBB9D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04 / 29</a:t>
            </a:r>
          </a:p>
        </p:txBody>
      </p:sp>
    </p:spTree>
    <p:extLst>
      <p:ext uri="{BB962C8B-B14F-4D97-AF65-F5344CB8AC3E}">
        <p14:creationId xmlns:p14="http://schemas.microsoft.com/office/powerpoint/2010/main" val="401164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59535-C96C-4E77-99D0-C27D1084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1AD0A-CE41-48B7-9BEB-85191F37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222FB-EE3E-4DE0-B721-974A125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DEAD0-8DC4-4FAA-91E2-F3CFF619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CFF7D-1FE1-48E8-ACF8-75940E69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5659F-9735-4412-BB4A-D73ACB7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67AE0-CE8F-4E07-A288-22D3ACA2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73A4F-89C4-4A3B-B3CB-EB06A6F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D592F-5482-440F-BA4A-1706CE43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E8EFC-EF75-48F4-B6C8-E62F4C8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D9533-9BE5-4D51-A0AC-6C25D439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F329B-DA4E-4DBD-8D5A-B4DD1F1B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9280C-B6FE-4E43-87AF-4983E99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5D1DD-E47D-4E63-B158-A45C46E8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0ACE4-86BF-43F3-9377-46EEE3E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F2209-9C8B-4F9D-83E8-B0989975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1F888-ECE5-42DC-8E04-41266B9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0E142-2D83-4283-86CC-43D2EB8B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BA5F9-C029-4637-910F-C806219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58959-24CE-4421-94CF-0F8AC4AE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0DA73-7C8B-4A46-B30A-B8E63224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73785-5FC0-4D4A-8FF1-CDCCFC8D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场景切入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2A524-CF8A-42F0-BB5D-9960C2B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UroSense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0827B-5A63-401B-AB90-3D35A963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医院病房里的隐性测量负担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811DE-2609-451D-82EE-277E4637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面向心内科病房尿量记录不准确、患者配合负担高的问题，设计可附着于坐便器的智能尿量检测附件。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B6F18-4D36-4044-BCC6-719DCDF7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FA2ED-6F3C-475A-B0BF-7F2ED4A1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C926D-FF38-4732-B5D5-2FE6143C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核心场景：医疗场景智能产品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个人贡献：场景调研 / 问题定义 / 产品方案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关键词：医疗场景 / 智能硬件 / 产品结构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685BF-5493-42DE-B615-75BFA8E2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医疗场景智能产品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EC704-BD2E-4013-89BA-7C57F5D4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医疗场景 / 智能硬件 / 产品结构 / 人机关系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138669-2669-4296-AF1B-56EAE47F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f1d4849c74b99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4693D-1783-4E22-9EB7-514779F6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B03CAF-7BFE-4EFE-8964-65A07336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医疗场景智能产品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E8C2D-A114-492D-91ED-06268A8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766CDB-7420-44C7-A1BF-27ACA13E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4B78F1-C7EE-485C-8A16-43D97DA1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2BA77-0B8D-4ED2-96A9-75C4109B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05 / 29</a:t>
            </a:r>
          </a:p>
        </p:txBody>
      </p:sp>
    </p:spTree>
    <p:extLst>
      <p:ext uri="{BB962C8B-B14F-4D97-AF65-F5344CB8AC3E}">
        <p14:creationId xmlns:p14="http://schemas.microsoft.com/office/powerpoint/2010/main" val="400742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F78A6-F812-40A0-8698-7695FCB5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D6714-7841-4E87-8465-B394B859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D8908-2AD7-4B6B-94DE-283BC673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D7C8D-2DBF-4A7F-93D9-96B4E55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C682E-77D6-48CE-8746-326F491B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8C1EE-95ED-44FD-B974-6B396B87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F377A-1D8D-4C12-B4DB-F70B96E2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FA56D-8048-4D3B-ACFC-24B9DF2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1D98C-6616-48C1-895F-A808DB26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D5E8D-4C2B-47F3-AD18-309B872F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0B387-A137-4A76-8659-905728E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DBEB6-2873-4EAD-93F1-D93CA00C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57695-C6EC-408A-8C92-96CA2A76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465B6-1EE4-4C01-9DF6-9258C6B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D6357-A616-4C54-A319-2FD3B0B5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F9695-8934-44B8-9136-4734848C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33F07-7BDC-449B-BFF1-CA3A21C1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96C68-F5A4-4F43-BEB8-FC4C985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B4D36-9D09-48C7-8464-D2DC9642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5FEFD-0C92-4D62-9452-D2F21445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DE7AD-8069-41CC-8880-7F43AD7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428D3-F5CF-4E2B-8480-A4CD216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方案表达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31423-5961-42C0-B781-F3059D17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UroSense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54250-8D23-4960-8E00-572BEDE8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以附件方式进入现有坐便器系统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DAE87-C8F7-4CE8-B190-D2F7D1F7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面向心内科病房尿量记录不准确、患者配合负担高的问题，设计可附着于坐便器的智能尿量检测附件。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B753A-6A55-4240-94FF-8C293820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708FA-DE33-4FD3-A14F-5AB81EC0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33848-5F1A-4327-8695-6BB9155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用产品形态回应核心使用场景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把交互、结构和视觉语言统一到同一方案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形成可展示、可讨论的落地表达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AAD8C-D132-4E78-A0BC-29A604F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医疗场景智能产品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1EA499-880D-4BE8-A319-ACC0205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医疗场景 / 智能硬件 / 产品结构 / 人机关系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75D83-D34A-407A-A7F0-EB1943B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6cd25c1e147ac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BB456F-DB09-4C91-BDD1-2984A868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291B9D-024B-4222-BF4A-7FEC7985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医疗场景智能产品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CC484B-AF72-4C2C-8335-E0CD5725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E2D848-2BDC-47F5-AE20-7EDE7C96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DED09C-27C7-4D24-A994-A2F3046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AB08BB-51AB-48EA-9B02-A799B014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06 / 29</a:t>
            </a:r>
          </a:p>
        </p:txBody>
      </p:sp>
    </p:spTree>
    <p:extLst>
      <p:ext uri="{BB962C8B-B14F-4D97-AF65-F5344CB8AC3E}">
        <p14:creationId xmlns:p14="http://schemas.microsoft.com/office/powerpoint/2010/main" val="1591251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1D12E-AE8B-4E72-9645-71A6650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ACF44-C809-4D50-B663-3BCA3D6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A500-DB88-4E51-ABD2-3CF700ED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4AA18-BF94-46EB-A24D-65F6E5CC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2869D-1EC5-4B19-A4F2-4F5431FA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5C5A7-6DD5-4053-BD7F-E25FA2C5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6633A-3D5F-4F82-A266-1F0EEE0C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63F47-AB8B-4221-94EB-5D90CF0E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D2BC2-D5CE-40E8-8976-8725431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5F05A-748B-4229-A147-C10DE06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D8ADE-3466-427E-9D9D-90E500EF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4208F-1126-46CE-95B2-703061D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9DE5D-D910-4E41-8A6B-D3C7D95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A5B0C-0238-4080-8D9D-A50490E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DA3D3-2D83-4DE2-B077-4218EE3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FEF59-3DC8-4857-BD3B-D56C4913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3D6AA-66D1-40B6-A7AD-10AF0BCA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7A48B-A10B-457C-A12D-7D7CBE0D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7553F-0EA4-4A04-84B7-0D5A6FB6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DD604-4CF4-411E-8641-EE7C4400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41C00-9C86-4BA2-AC63-1C951794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B8E3E-7150-4FE6-9843-92CFEFE4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价值收束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A8A85-4A62-4A86-B1C3-1FCD916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UroSense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1E933-5E98-452E-BCD7-78C451DA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设计价值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85147-1980-45E3-AA92-50A7A5FD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面向心内科病房尿量记录不准确、患者配合负担高的问题，设计可附着于坐便器的智能尿量检测附件。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35C2F-3F90-468E-8928-2332002F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EDDCB4-CD7C-428E-8E1E-7CD515C5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ED017-1360-48FC-8957-FA790EE3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降低患者主动测量负担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让护理数据采集更连续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以低侵入硬件方式适配既有病房设施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2D281F-EA79-4321-870E-9A5D52AE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医疗场景智能产品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37278-145B-4D9F-B315-2C22BDE5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医疗场景 / 智能硬件 / 产品结构 / 人机关系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8A7F6-7361-45E4-838A-E67F85D8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f483b3fda4ff9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26DD0F-AE41-43E4-9DC2-F5B8819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EE2296-C0BB-4103-AAB2-4013D97D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医疗场景智能产品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A5FC50-D2C1-4D93-9976-5D5C6E5B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D5F0FB-5A07-4507-9092-CE03D707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AFB6DC-57F5-439D-8F23-DF17EB8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F8DFDC-B335-432A-B7C0-2A06BF98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07 / 29</a:t>
            </a:r>
          </a:p>
        </p:txBody>
      </p:sp>
    </p:spTree>
    <p:extLst>
      <p:ext uri="{BB962C8B-B14F-4D97-AF65-F5344CB8AC3E}">
        <p14:creationId xmlns:p14="http://schemas.microsoft.com/office/powerpoint/2010/main" val="1231305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EBF516-0A68-4FF6-BBB3-1AA5A5F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B3221-F6B8-44BF-8C97-EE3B8511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20F86-F338-4D91-8301-11924B23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2DDC4-0FB5-4655-AAAC-4FF33F8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1B756-B107-4946-B11B-710685B2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EC946-B4AA-4B20-88E6-3F3F8883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75E98-9741-4226-9F58-B6BFB415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6ADBF-F895-44B1-9482-BF185B81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ED48A-8AC8-4CEA-80BE-5433C70C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42050-543E-4426-934A-6AE08500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99D19-EB0C-4C5E-ACC2-68B376AC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34C58-0B51-47A4-931D-22D3FB68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F5F68-30E7-45D9-B7C4-8AC4534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DA403-A4AF-4B95-A72C-1527A132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7A5BE-868E-478A-9539-C4D374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6212C-4AD0-4504-B4D0-D99F22A9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76BE0-DDF6-458A-AF8A-BB18648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15926-7E31-4F3D-B877-20C38A05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4BDA3-1865-46A8-A1C2-9D5CEF0B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52A68-641C-42DE-9E2E-CFF44E8E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DAD69-766C-4892-A0F3-72DECF09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2329C-759A-4EF0-B59C-ACE6B3E4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场景切入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CD5C9-8114-4BD5-AA05-1267E39A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智能床头板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D4719-292A-4FBD-BAE8-FE32E27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睡眠空间中的沉浸式环境接口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FA8DE-3B12-41C8-BB1F-B913ECC7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把床头板从家具升级为感知、理解并回应睡眠情境的环境交互系统。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4CFC7-BFF4-44F3-8508-B2CCBAD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1795F-F8C8-4F5D-AFF0-E584C3DE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DAA63E-FDA7-47EC-B531-C9C8DBDC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核心场景：智能家居与睡眠体验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个人贡献：场景定义 / 产品形态 / 软硬件逻辑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关键词：睡眠场景 / 传感反馈 / 空间氛围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C59B7-C26A-41A2-91F2-93AE0A13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智能家居与睡眠体验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22CD8-462C-43C6-91FE-3EBF161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睡眠场景 / 传感反馈 / 空间氛围 / 界面原型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5D2C6D-910F-41FF-BEE5-04D39F43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98321afe40dd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4120F4-B626-4CCB-9F61-137D33C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D5B645-A95F-4B3A-89B0-CBC6D339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智能家居与睡眠体验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0B96E5-8E46-43AB-89D2-3110461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828232-BB52-49B5-86D2-D721813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BBDC9C-757C-4743-8407-0A35B7B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7C400-EA58-4E5B-AB3B-FD770562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08 / 29</a:t>
            </a:r>
          </a:p>
        </p:txBody>
      </p:sp>
    </p:spTree>
    <p:extLst>
      <p:ext uri="{BB962C8B-B14F-4D97-AF65-F5344CB8AC3E}">
        <p14:creationId xmlns:p14="http://schemas.microsoft.com/office/powerpoint/2010/main" val="1750917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C677A-552C-44E9-B647-88BC63CD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605D0-5F04-4B68-B00A-DB23C0D8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85192-B5FA-4F77-B4AB-F43C76B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A9EFA-5726-4B08-A3E6-EA8051C6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76B62-85BB-4828-9F5F-D8FA83E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010C6-0335-4FDD-8856-5F12E2A1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9FC87-DC1D-4E16-944B-1FA91BD0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780F8-3CB5-4E22-8DF7-2092CC64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1723A-B1E1-4C15-9167-B7B08B6D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8796B-F847-4656-9789-F27DDC65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52B98-95EE-45CC-A6B5-84013F94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FE677-5BB8-4E56-9B35-C1FABD28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2FFFC-F47D-424D-B62F-9E25E11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6312D-F778-44DD-BA82-77C63A36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18BA7-4BBE-46F8-B94D-09E35B78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94B27-B08C-4D70-A643-FD022804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B65D-E608-4324-AF23-23ECA848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BD793-90AA-4C19-AC84-66C5DA8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70A0D-4A63-47B5-BCCE-F729C8DE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1543C-2E21-43FC-B6B1-7594435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CDDCE-AA8F-4E9F-AFC5-67542EC9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3F8E7-66E1-4572-B6C3-BE149205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方案表达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6F6F9-0AFB-493E-9803-656019F1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智能床头板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13569-B276-4224-865B-B194E7FB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硬件、环境与界面的组合方案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A391A-D77F-407E-A90F-11CECE11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把床头板从家具升级为感知、理解并回应睡眠情境的环境交互系统。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C5B8B-A060-495D-98DC-5B099262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E9F2F0-ACD3-45AE-ADCA-3CD6BD93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AE0D3-DEB0-4180-8307-F2FA98C2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用产品形态回应核心使用场景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把交互、结构和视觉语言统一到同一方案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形成可展示、可讨论的落地表达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4B40C1-FEBD-46CD-8024-A7D2394A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智能家居与睡眠体验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3256E-73D7-43ED-BD53-DA4FC553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睡眠场景 / 传感反馈 / 空间氛围 / 界面原型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D87F14-7A7E-4595-BC85-EAC0226E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9a21ed2224cd4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13DBB1-B3CB-4B80-B468-44851056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EE5EEE-FD1B-435C-A9A7-8DA0F39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智能家居与睡眠体验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754793-F637-4F93-8F01-E91EDED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9A6631-3055-4388-A141-F8BADA14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0BCBD-155E-416F-8D1D-50108F7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36D2FB-4ED2-41CA-9B70-EC9C5EAE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09 / 29</a:t>
            </a:r>
          </a:p>
        </p:txBody>
      </p:sp>
    </p:spTree>
    <p:extLst>
      <p:ext uri="{BB962C8B-B14F-4D97-AF65-F5344CB8AC3E}">
        <p14:creationId xmlns:p14="http://schemas.microsoft.com/office/powerpoint/2010/main" val="1520783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B7F78-4717-46E3-8B4A-1B767591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BBFFE-DDD8-45EA-91A9-D76F9A5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216B6-6A3A-492E-A59A-EE9DCFE7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899C8-9032-450A-8C90-3E68224A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152CA-03A1-4FC1-836C-85707C9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99019-8E85-4587-823C-B853196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6EE78-D0E4-4C97-AC97-AEA5571B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4D69D-F3BC-4613-BBA8-0201CC18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C70F3-415E-4EEA-9FE4-562334D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C2CA8-67D0-4537-AAF5-FE9D5894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F331E-11E2-4BA9-9C16-8B11ABB1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46291-8D90-4A47-9772-81FA459D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4164A-E46F-41C0-92ED-67B00BB0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7C569-033C-4AE5-8807-A3CF63CB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8D5D6-AD9C-42D6-8506-28823EA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42C82-D74A-47A0-8219-41939FE5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54188-F2C3-4715-9226-0205E371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8DCD8-6D14-4D0A-8C9E-8F7353C2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DE396-9260-46E3-8B90-094950BF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F1947-90BA-453A-88DD-3E490C42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1579A-FFFF-489B-93D6-432CAA52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9E7FB-95FF-446A-97C8-7298AB08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价值收束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81B39-5EB3-485A-A0F0-94B12F3B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智能床头板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4D922-FBEA-43AE-8321-2296033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设计价值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2E935-A72F-48A7-9E05-1536A1EA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把床头板从家具升级为感知、理解并回应睡眠情境的环境交互系统。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F2103-2FBE-4B3A-B28F-F3B1B2A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F7695-9781-4C66-9A29-BF2A754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7CAFB-F63A-4DE9-BC99-615EFA9C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将睡眠辅助从单点设备转为环境系统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用传感和反馈组织更柔和的夜间交互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兼顾产品形态、空间氛围与界面逻辑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D4AF5-148D-43AD-9BB6-94B28C38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智能家居与睡眠体验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806CBD-DF56-4D55-898A-7057E6E3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睡眠场景 / 传感反馈 / 空间氛围 / 界面原型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A72AF-B97B-4946-B09A-64589D50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154689fa84474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8C2B5F-354D-4824-9FB5-583241F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6953D-4294-4BA6-82AF-BE53FDC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智能家居与睡眠体验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881CEF-4C55-4617-8DEA-1A9C9A98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5A08F1-D083-4718-A953-76A083BE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DA5E42-7F9F-4BBD-8E4E-F09374F5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07730-44C7-401E-AB14-C72230F1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1549796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DE9C0-DBFE-4A9B-802E-13606026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2A51E-1A28-473D-9C04-72EE4A53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74C2B-74F5-4454-A487-98D3AD71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F353C-4CB0-43F9-B6B1-0C7C535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2F738-FB95-42A6-8E0B-6BDA09A2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EA970-0D7F-4D17-81D7-F9C10DB4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B90A6-77DE-4ADB-9AE2-300E583D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FB747-934B-43AC-9F1B-38BB1F08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B1FB2-2E2B-4AAB-B6FF-CAE1112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C5CBD-95A8-4C3B-BD56-129A9D9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12985-7FE1-4102-A73E-CEA3A3BC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4FAFD-24B4-4541-A09C-07C1200E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F3D08-E305-419A-9FAD-A26047F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162A6-98E8-43ED-95CC-2455891C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778B4-2C24-48A9-B10C-DD9879EA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0D79E-8931-4432-811E-9C7FD01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9A0BC-53EA-4E7C-9E36-F4B4A8F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28385-E40F-4F05-9D32-25FBF8B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8140C-1FD8-4B39-9D11-D9931069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B9DB0-B445-4D02-ACCB-6B814309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4428F-BA80-4175-AE82-F301ECF4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43569-F5F5-4466-BAF8-83E7B2A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场景切入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4FF86-2412-4159-8D97-91F538BA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Atempo / Breath Mirror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0143F-E5E8-45BB-A2BD-128F94C8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先理解呼吸，再生成节律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59677-5DD9-4510-B93D-2ADB3DA3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通过呼吸相位同步，把固定呼吸灯升级为能贴近并带领用户节律的智能引导系统。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81C9C-F385-4B8F-A4A8-A3672B9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679BB-418F-4A5F-BE81-75FA403F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8AAD85-1427-42AC-8B8B-64A02796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核心场景：呼吸引导交互产品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个人贡献：研究整理 / 交互流程 / 智能闭环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关键词：交互机制 / 呼吸节律 / 生成式引导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1DE2C-A29F-41B9-9816-0BE0F3D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呼吸引导交互产品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28BD83-0756-46DF-B471-8469AB4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交互机制 / 呼吸节律 / 生成式引导 / 界面原型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0B36C6-BC5B-4350-87F8-A3533DBE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9219b7c684493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A6088D-C145-4DAD-83A5-256FCECE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01A987-E65B-4B2B-BD14-B2154A8C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呼吸引导交互产品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0E95CD-9A27-4B54-B5C7-B42FEDB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14DB88-ECD0-4061-BBC6-D31414C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2A2AE9-9AFF-4BE3-9E97-AA57EEE3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D12ABD-D7A5-414F-B48F-E308489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2063841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EC9C3-F266-4930-9445-9FFC8AED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BD445-0805-4273-BCDD-28336EF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D19B5-06F8-4607-99D0-DDFA286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BF87F-8C7D-42D2-A324-90CB9334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6EAA9-39D6-4753-9220-6829324A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BA109-071E-43D9-B281-46A29E37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39039-BB1A-45CB-9A09-6BF2452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1B5F4-080E-46E8-871E-CDD51EB5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603E7-C3E2-420E-A0A2-0FE2013D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CD96A-9561-46B6-8F65-FEF24CCA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14F73-FE0A-4F2F-A19F-44EEBC3C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63B43-D501-4AC9-85F3-0C6F3C13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9A86A-FA85-4B1E-8644-E5061A67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45FD9-4DD4-42C6-9300-B42A4517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DFAFD-0723-457E-B380-4D28565A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E6446-7BEB-45B5-BB64-EB73F8D4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94428-A902-4E44-BF62-5E0EE0DE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79BDE-73BA-44E1-9116-E8F58546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885B0-C62D-41B6-AC22-E83FB790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6EE58-4625-46C0-8EE3-D1F3D4A0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B15EC-403E-4001-A49C-9FB3E1D7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06A55-E479-4BAD-93CB-FD63EEE5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系统逻辑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638508-8DEF-41E4-BE97-754A06D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Atempo / Breath Mirror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50F20-2C43-416E-A497-77DCEA4C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感知、理解、生成、反馈的呼吸闭环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3764A-3A87-4A38-BB95-403C9D36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通过呼吸相位同步，把固定呼吸灯升级为能贴近并带领用户节律的智能引导系统。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EDC8D3-725B-42D0-BEDC-4FDB1AE2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B1B21-1F2C-4ACB-829D-547AE190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1D8D2-BC6C-4FAA-B751-EB8487B8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明确感知、理解、响应和反馈的系统分工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把硬件、界面和内容组织为连续体验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让智能能力体现在可解释的闭环中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178EA-C14E-4EDD-8B3D-00048D1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呼吸引导交互产品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9812F7-9D8F-4346-92FE-2A742B9C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交互机制 / 呼吸节律 / 生成式引导 / 界面原型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9B1733-D296-4D15-9ED4-A1D7F42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8b07ffb5048a4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7C171B-EB8B-4F59-9B3D-1EDC8BBE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B21FFF-6A2A-4938-ABF7-9BE1D9EE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呼吸引导交互产品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4B0476-1047-4A66-9EDC-1DFF66D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52B26-53FC-4B62-8EFC-D37811CE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EE1C92-1852-458D-B272-0A5ACA1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F50E88-B396-453E-9051-449EAE7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6120814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202630-DDF9-4BD3-80E2-21C1DC2C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ACD9-622F-42EB-9013-48AF658E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F88BE-0B58-4983-A983-B04F5E6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DC193-F042-44C5-8A06-418FBFDA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194BE-1709-453C-9908-2406673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11EE9-5847-49FE-8B31-B1886B7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DE7D4-F5C0-46DE-9838-2BE047C5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993C4-3408-445B-8EA2-E004046C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23157-F028-4D7C-8DB4-6C89A55A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4587B-F6FD-4168-AA7D-9A4A5DC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53C6F-DDEF-46AE-8245-D8EF5B9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715CF-DBC4-4477-BD57-E04F7DF8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0A17C-A070-49CE-BB40-1B040A59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9B2E6-8EDE-4CB4-A9FD-CCA32B51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79B96-93EA-4705-B5B3-6A9F3D69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6C273-F42D-4E0A-B0D3-9816205E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C0EF8-9DD4-4BBE-87D9-A511F710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AA7EB-0F9A-4773-9F92-A365B315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E6880-4B51-408D-A504-58211D1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63CC7-5E05-45B8-802A-C3C2A40D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16330-6A23-4F7E-96EE-5121437B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AC779-A7AE-47DA-A24B-4611BE3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价值收束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9320B-12AB-40C1-B2E2-AA71764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Atempo / Breath Mirror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64F52-41F2-4F8A-9AE9-C3DFC652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设计价值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04EF2-3AA7-4DDC-AC3C-BF2F599C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通过呼吸相位同步，把固定呼吸灯升级为能贴近并带领用户节律的智能引导系统。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68163-A9EB-43C9-BFC1-FE98A0B8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AB7F4-945B-48CB-B955-98B5DEF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95ACE-ED8D-41D1-93A3-4789296D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把情绪判断转化为身体节律协同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让智能体现在连续引导过程，而不是分类标签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形成可解释的交互和数据特征逻辑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BB987-6EF8-4B75-B688-BD72FFA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呼吸引导交互产品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092F16-173E-46B7-AFB6-4B8520A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交互机制 / 呼吸节律 / 生成式引导 / 界面原型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028ED-983E-47A9-83FD-28945546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ab23f0d4d4451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21D89E-1ED4-4EB8-A4B2-815BAD27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D6D326-1A5A-4574-9ED1-838F492E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呼吸引导交互产品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4733DF-5BDF-4A6F-AC58-9D4D675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3D2DB-D637-4B1B-A512-84A47708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35831-AD10-433B-B0DC-533DA4A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35BFCC-24A7-4437-8C69-63549459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176224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8639B-28AE-45C6-9337-C6AFF75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FC7B6-CE73-4748-B7FB-B72C4C2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555E8-8544-4BD9-A3A9-D2FCDC7F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22F4B-6DBE-4BF6-9AE3-665DD42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4FED9-3AE0-4D60-B23A-28698A30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CFE97-4836-4B95-B123-93F7DE68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72809-8E66-4719-AB66-9BF19A81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812C8-A0F7-409A-9C62-D496687B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0D71C-B681-4A5D-B8F8-63694107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5323D-0B3E-4856-9149-E5805BE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8C56C-18BF-4BEC-809E-FFB3C5D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DBF0C-B177-4B81-996C-FEF9FD0D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77ADE-CA8B-489F-BE48-FA7F3E94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AED52-2395-4CC9-918C-98A4724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BE218-83BE-49C9-95B9-B087FF2D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C00B7-A967-46D8-B53B-89966FF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DC1CC-48E6-4BA8-81F5-499A6277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F4F0A-7348-4CB6-8246-93C3A1FD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A8A4F-1C24-4E9D-8DF9-35566C15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15280-3679-4CA5-A7E3-9E649C6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7E25F-51E2-4689-A075-CCC7AF3B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033E4-A069-4317-AC06-D0857D9C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场景切入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3DF5F-D26F-4956-8D71-F6F4AEB9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INKSeat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AD36E-052F-4B64-8D57-66B16F11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把座椅背板变成智能内容终端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CC40-1187-433B-ABDF-ABC8F7C5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面向航班座舱广告场景，设计会解释推荐理由的电子纸广告终端与内容推送系统。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8FA0A-B801-4A92-95A8-A51B7D38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9B223-9AD0-4CA8-8986-0DD5B10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6C43D-F883-4009-9DB7-EB7C3130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核心场景：智能座舱电子纸广告终端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个人贡献：系统分析 / 信息架构 / 推荐逻辑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关键词：智能座舱 / 推荐系统 / 电子纸终端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554AE-0F69-4E10-A3D2-BDE31201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智能座舱电子纸广告终端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7F946-B4FF-4B14-B2A4-94548F04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智能座舱 / 推荐系统 / 电子纸终端 / UI/UX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129E2-05F0-406E-AFCC-48F238C5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a3c7d47874e94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3E4F9-3348-473E-ABCE-F351D51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41C5CF-A2DB-4402-B079-3265168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智能座舱电子纸广告终端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F70050-F544-4D83-89EA-790E7ABC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7FBC2E-2CE1-4961-954A-BF6AE45D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1AA05D-5E61-435A-97A2-80A847EF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6230C7-E59C-4267-BB54-7EE38B00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8119818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ABD4E-BB37-484B-864B-6C7D3EBC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60658-9AE3-4DCD-B14C-DF24668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079D9-F2DA-4FDB-BF56-AD12B3C8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3FF7F-75E0-499E-9B6E-804B0B0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BA4AC-8831-47ED-8840-5D17AC4D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E12D1-364B-46CD-A740-6D25EA7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1E250-159A-4C88-81B8-53CD9385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CE507-31AC-4205-A566-D01A99B2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80D11-A06F-48F4-8644-2E99C933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99509-52DD-4FB7-A17E-308BC8F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87068-0634-46E6-9984-7B74A209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98502-AE93-4F2C-B381-CC689EBF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69851-FABC-4988-80D4-4F71F69A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29546-BF5B-4586-A5D0-7E9B04B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A56D2-B19C-4613-BA03-CEFF439F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641C0-58B0-494E-BCAB-8A4FA21C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A1A1C-8E32-4D78-9989-A8B0FF8B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9088F-E212-4899-B4F2-8BAF7707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2ABF0-022C-4C29-831F-626DDACE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5F3A3-7FE3-4741-9FB0-12BB744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26045-D181-44C0-B710-44C62B8A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90DC1-FC51-409E-9B23-C187F25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系统逻辑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F830C-5C6B-4DF2-89CB-C6924CB7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INKSeat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AEBE8-DFDF-4988-BED1-7C655923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素材、乘客画像与播放动作的连接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7A15A-E45D-4FF7-816F-FCDAFED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面向航班座舱广告场景，设计会解释推荐理由的电子纸广告终端与内容推送系统。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9E446-AC83-4F1B-8796-18BA940E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FAEEA5-112B-4F09-8BAA-8A1BA200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4ACD2-E991-414D-A4A9-1714B344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明确感知、理解、响应和反馈的系统分工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把硬件、界面和内容组织为连续体验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让智能能力体现在可解释的闭环中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841873-062A-4228-99CF-BE18721F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智能座舱电子纸广告终端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C3205-D16A-49CF-A619-21D2F86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智能座舱 / 推荐系统 / 电子纸终端 / UI/UX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3FD2F-C23F-476B-9B4B-E143DA3F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1c05972dd457c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9D81F-86D2-494F-8112-162C446F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3956D-E14E-4E31-9161-83185E5F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智能座舱电子纸广告终端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68DB2-D626-424D-8F63-BA12E1E5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B008E2-0A9C-4424-AE4F-E5C5210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A67809-301F-4FE1-B101-E5296E9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0A660A-742B-413E-971F-B2CEDF2F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41683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533FC-04CE-41DB-86D6-1E03A9D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1A41C-E65B-49DC-8E74-20C5A0B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A3933-F55A-4F74-A223-C67CBA9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D3017-F952-45D0-BF41-14479FB4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FACC3-9AC1-478C-963C-39A519B7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86663-AF8D-4B3A-842D-28F60BE0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E4B52-2DD4-40A0-849B-905DDC2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3AC47-83A2-4F57-BE66-1A0F7CE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1051B-F2E9-414F-B332-FAD65242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C6D40-CAA1-4C49-8FAD-A811B9C3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1E7C8-FDCF-4F5E-A30A-36D04CB1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DD13B-6655-4A92-ABC6-C0AC61D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0DB58-6647-4521-9413-237BD0E5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C98BC-FB58-4D15-8B34-437E024F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097C6-04EC-4CC2-BA7F-79C2399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54324-160D-4BB9-890A-1267BDB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D3F00-7626-457E-995C-25EEA443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1CC6E-E85B-4F30-9C9D-D3EF8CB6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436C3-B1F1-41EF-BA99-FC744CC1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F5427-D394-4CE8-A906-CE0FD72F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FD155-09F7-41BE-85C7-FBE0CE8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D8D7C-A8B5-4F5D-89D4-7C6E035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价值收束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48E9A-5EE4-47C3-BC4A-F3F2D35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INKSeat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07971-272F-4C31-B868-470AB8D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设计价值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2D09D-A818-4BF8-AB00-6F74C80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面向航班座舱广告场景，设计会解释推荐理由的电子纸广告终端与内容推送系统。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83BEF-0953-4959-9F60-27FCA3E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0CCBC-550C-4BE6-9BA1-D66C0607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82FE8-4969-441F-8B8E-9692309F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让广告投放具备场景判断与解释能力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用电子纸降低座舱显示能耗和视觉干扰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把硬件、平台和内容逻辑合成一个服务系统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8906B-1FA3-47AB-A8BA-A0002FE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智能座舱电子纸广告终端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B4D2D-A8E2-4103-B15E-1BDE7C91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智能座舱 / 推荐系统 / 电子纸终端 / UI/UX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341F3-DE0A-4841-BBB7-22AE6B94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ce4f70a014861"/>
          <a:srcRect xmlns:a="http://schemas.openxmlformats.org/drawingml/2006/main" l="11134" t="0" r="11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15CC73-A420-46DC-9FF8-6D2474F3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DD7512-7D32-487C-A52D-88D97E2F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智能座舱电子纸广告终端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81A049-7FFB-4A57-A707-95CDB309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6D234D-40CB-4466-AC24-AA770CF8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9F7A92-0667-40B4-9D1F-8ADE7286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B492A0-BABB-49BD-80BF-3C1480D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523264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2FBF7-5412-4F4E-B01D-FF00F9AE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ADE08-9552-465C-9254-E0FB9BC6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60FDA-F2F1-4F7D-97B1-C51781AB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10445-6798-46E8-A6C0-84ADA90A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A6962-1B1F-4599-B973-7970DB1D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1974A-2B15-43B0-8D75-8C7DDE5B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6C7A2-A2F0-4B8F-ADFD-02A937EC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A900D-8164-40FE-9420-574DDA6B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24AF1-0732-4F00-9345-07ED374C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2A12B-DB03-4DB2-BB40-B8C5598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8496D-6615-4D9B-9A41-F21CDB37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87F47-F64F-4A08-BB91-4A2F81C4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FE794-257F-47B8-9875-3B07951F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89C00-52EB-4923-BE36-EDC2DC17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523A4-96DD-415B-8794-5FAE26CA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4E99F-8123-4793-AE65-F32EE54B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38B03-3492-40DF-AABD-1D3AA3F4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1DB54-24A0-48C8-A03B-E29E4E21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D8307-0ADD-4062-8C93-9B411229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DA014-459C-4FEE-9EDD-C3A4621B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F722E-AA77-4B57-86B5-CCD02421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607A6-52C6-4895-836E-BA3396F7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场景切入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4BBCB-9E4F-43F7-AA33-22A19E9F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EMOVUE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D2C70-A642-46FE-8657-6A13167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记录真实情绪，而不是摆拍瞬间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952B1-CEC4-459A-8A5B-2F65FFB7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通过心率与皮肤电信号捕捉情绪波动瞬间，让用户更自然地记录真实体验。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F54AE-AFF7-42F2-8AF9-8F93EB2E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05F57-42FC-4DA6-9BA2-EF01B174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A496E-E0C8-4487-A23B-AABCA911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核心场景：情绪感知可穿戴相机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个人贡献：产品定位 / 造型探索 / 交互流程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关键词：可穿戴 / 情绪感知 / AI 剪辑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6AC4F-DF3B-4A5D-B250-8989E12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情绪感知可穿戴相机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AA0C1-6D75-446D-A437-B49598D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可穿戴 / 情绪感知 / AI 剪辑 / 产品视觉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585144-3318-4AD6-A115-F2637DE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4fe6259454380"/>
          <a:srcRect xmlns:a="http://schemas.openxmlformats.org/drawingml/2006/main" l="1159" t="0" r="1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4BB230-E129-4328-AF61-BEA5151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41937-3676-4C91-B36E-DEA35A7D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情绪感知可穿戴相机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EC5729-70BA-4B76-9F1D-6FD88588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880BDB-2C41-4C79-8BA5-258331E4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E2B85B-4110-49FB-8153-B76D62FF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25235E-265E-45CA-BCAC-07E48ECA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17116063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6B889-93B8-47B8-8A27-D2624954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406D6-281E-4AC3-B586-63986CFF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92E65-7C67-470D-A68C-E7829A17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19EFE-7436-4A68-AF70-C8DEAD6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E3AF2-216C-4758-9728-A159A4A6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56CD8-8250-4E83-8F14-AA291F9A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0D2C8-BDFF-4BCE-9076-27DEC6F6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04E40-1224-4785-9299-4A9E72FD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2F070-BAC8-4897-AD52-451077B9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9B3FE-EB86-4E71-9120-9965037B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BD331-39E7-4306-915D-C3CA67CF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4D95F-8451-4E4D-8013-4FC1AD4A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2596F-9672-4D66-9B03-D8742EF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E1EAA-9664-4E67-83E6-B613FBF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EF6C3-9A06-49B8-978A-9E33E7F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3FF4D-0CA3-4C69-AC18-355C2EB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1E0F9-76CA-427A-BAA4-C6EE102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9F137-9DE9-4939-97A5-D1056F1E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928D2-3753-4D67-98B0-A6118C12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B2E18-30E2-48F8-81C5-A01849B6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ECD01-2980-4893-8567-8097B237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66833-D6C7-4503-9AB7-DF74B3B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方案表达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14F7F-820D-4F93-A212-49B6C555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EMOVUE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FA76A-8109-4997-99ED-2CE7FFF5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设备、App 与内容生成体验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50176-37F2-4A0E-B59B-05AFCA6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通过心率与皮肤电信号捕捉情绪波动瞬间，让用户更自然地记录真实体验。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F3D0F-CB6B-4F0C-AFC7-C236D2D9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AB31F-1523-415E-B0BF-74BC0F20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11ADA-5826-422A-A18E-FB984D59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用产品形态回应核心使用场景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把交互、结构和视觉语言统一到同一方案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形成可展示、可讨论的落地表达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FE4751-4546-4DCA-9C62-A5A85C00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情绪感知可穿戴相机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43805-B512-4B92-A65D-14A73D2A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可穿戴 / 情绪感知 / AI 剪辑 / 产品视觉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8F168-E9D7-402F-9816-BA97376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dd1cf96e44e88"/>
          <a:srcRect xmlns:a="http://schemas.openxmlformats.org/drawingml/2006/main" l="0" t="4750" r="0" b="4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B89B20-4874-45D2-A930-9BF33873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4BF8E-D215-40B8-B8D2-BAB5E0E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情绪感知可穿戴相机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16AB42-7595-46CD-9C99-AAFBBB1C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70B72-9E49-4C88-816D-956297E2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AECBC9-E56E-40C8-A036-448FA90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E442ED-4DA5-466B-8459-BFFF7112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12121298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C18A1-1C1F-406D-AFBD-133665E5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0AFA-A8FD-47F6-9B64-429A4CD5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E734E-2292-4AC5-8B26-590CB5F8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4FE55-823F-4AE7-A4FE-2BBFD069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C88F5-37F1-4880-8343-299CBAAC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0C52D-D08B-4309-9A94-F9E7523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02824-AF4D-49A6-B2F6-6E5D44D7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C6421-2DA1-4875-8FE6-9E669ED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6645A-3927-4303-8287-F3748858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ACC6A-A40B-405E-BE44-2509FB4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F2512-ECFD-45B0-9D89-8D5FA5AE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65E9B-7A11-42AE-A87A-D4A365F4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2A1C4-721D-453A-83F9-9A44F631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2B1CF-6F37-4B42-BABC-DBF08DF5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E94A9-9BC6-410E-B2D4-B0C7DD6A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E3159-6FFA-4FBE-B3A3-0BF93866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7C4F4-B077-46F9-AAF8-821C0653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F8CD2-37B7-41AB-B071-F6A2C849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F3E26-2D9F-4854-A32A-CB748AF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D3335-18B0-4489-B821-E60BA66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603B5-1867-4574-9DB5-9258894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82435-4FAF-4537-9AAD-A9209A3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价值收束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9DAB0-1AA0-4417-B90A-54455F4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EMOVUE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CADB3-2AFA-4E3F-AC19-D6B1D944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设计价值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F2DD6-4A1F-46F3-AABB-13164AE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通过心率与皮肤电信号捕捉情绪波动瞬间，让用户更自然地记录真实体验。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9FED3-75A4-4ECE-9043-6140FADB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11DA4-2B96-4E5C-B679-245A69F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5CC7F-F788-4DAD-A970-0BA2A221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用生理信号触发更自然的记录行为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把素材整理和剪辑纳入产品体验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形成从硬件到 App 的完整概念表达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E79DCA-F8D1-4369-9087-B3746FC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情绪感知可穿戴相机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2611D5-DC48-4105-A876-A5B4CE8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可穿戴 / 情绪感知 / AI 剪辑 / 产品视觉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B8C8E-359F-4D6D-82C2-2149888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c9137a6c641b0"/>
          <a:srcRect xmlns:a="http://schemas.openxmlformats.org/drawingml/2006/main" l="1159" t="0" r="1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DBD7C-EAA5-462D-A910-0FC090EE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9BDDE7-1985-47F5-BFD5-DDDF25C0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情绪感知可穿戴相机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606685-3B65-4FF1-834C-8A81DA83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D1F9BC-241F-425B-BC3D-E1382CB2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F743A-851A-4BDF-8B88-52926F14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44B596-07A8-4398-8305-425392F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8662735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E34D9-5F5B-422E-A592-AC91E42A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3298E-B800-41F4-99CC-65BE7C86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0F84E-5DE3-47A7-8AA1-5BEA093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97EA3-E664-4951-B51B-90E75A4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9F1F4-0F5C-4A64-AFC3-4394C8A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35C49-75E9-467A-ADD5-E4582A91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040E0-66A8-446F-9BD9-4816876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89199-98EE-45B1-9B6E-23A9D197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4728B-0775-4191-9081-284C9F64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464F3-22F7-4E00-A199-06C25FD5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534FC-0041-415F-AB7F-DA256271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6CB0B-2984-4003-B9E3-8B698ADA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EA324-8BEC-415E-A1E3-7696E824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77DEC-6293-4A2C-A0A3-61B0796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F1758-1B48-49A1-9E7C-EAF32CB2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21A98-B63B-45AD-8221-8F16A4FC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B5AF6-83D8-42E6-9AEE-79AAD891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AB060-1D19-4829-A3B7-D96E298E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9AD84-99D9-42C3-8F76-4ABA2CF1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26F34-D3B5-4193-8E16-6F86B774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9DD53-A261-45A9-B00B-5292DA3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00E0D-A0C2-4523-9B11-32B9275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第二组能力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BA0EC-77D6-477A-B40D-9224266E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42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概念与空间项目展示跨媒介表达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9ABC9-59CA-4230-85D2-0CF392BB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未来飞行、空间体验、参数化食物与制造实验补充了叙事、形态和视觉组织能力。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92FB1-0252-4283-B833-A129C25D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504E2-0A52-4F25-B430-511245C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6215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D4B23-5179-445D-8729-03C9E2B1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Design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91DE9-9325-4923-9FB6-8324B11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C5406B-2AF4-4AA2-BBB0-C3F389E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B9A0B-85AC-4AB8-81CF-63F19315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F40B4-7931-44F7-8083-BB558CF8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7261779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08FD7-0514-42A9-8380-91DCB673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6F8E6-34C2-4E23-95F6-F783D766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0F51A-52CC-4D86-B26B-3F60DCEF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7D3F8-7C27-4258-8B70-E67F2066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5A1CD-DBA3-44CC-B376-34716B3D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6CFCB-7E67-43C8-B19C-5C5E0BF1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D01BA-C525-4163-8922-EAB8D4CB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CE07C-CFBE-44C3-A6F5-DD14FC07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3673E-7F47-443B-BF20-AB711658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9F9A-0E49-4926-9713-89D4984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2AEF0-72FE-464B-9062-A368F4B9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B75BC-F98A-45A0-B001-C17EF22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88474-D988-4304-9E66-1F81DDE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C2D34-A47C-49F1-8383-D232C47C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46558-DAAA-4B99-9655-9859561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10020-44C6-4D19-BBBE-BACE579F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4B747-4089-43BE-9E18-C4C56881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A2395-7576-4BFF-8AF5-FF2B05C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2A09D-9C82-4400-B1EA-0FAE50B7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E4815-8256-4407-A815-E1DE1431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11348-ECD1-46DE-9D69-DAE8C547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20DE2-5309-46AD-AFA3-1FF0B1FB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场景切入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FFB7B-3EBC-49E1-9A8F-DD70AB60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First Fly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B965E-C950-41C5-BF2C-9F9C72A0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让飞行回归飞行本身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FD94F-F3FA-4769-ACD2-9520D760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 2035 短途空中出行，重新想象让飞行回归身体体验本身的座舱与装置。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C4CBB-A06E-4CEC-80E3-12507D52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619E91-1465-482C-BCF1-C5F3D07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EBB57-382B-4B2F-806A-7D381015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核心场景：未来飞行体验概念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个人贡献：趋势研究 / 概念叙事 / 形态方案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关键词：未来交通 / 座舱体验 / 概念产品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00E66-F176-49EE-8DC5-4767F245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未来飞行体验概念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8B7342-DF14-4BB9-A7CA-88D369E1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未来交通 / 座舱体验 / 概念产品 / 场景叙事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02526-652F-49E3-93FB-E0E364E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b60597e5d4dad"/>
          <a:srcRect xmlns:a="http://schemas.openxmlformats.org/drawingml/2006/main" l="26558" t="0" r="265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7E4B41-ACA0-40DC-95BF-309E8B2C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27579B-573A-4156-B24C-1F7FF41E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未来飞行体验概念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D8F178-6975-4395-88C2-23B7971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F1F55-0AA3-4C11-BF43-0B7EC77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D7AD73-CC68-4FDE-A330-F3AE16E5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655D61-024E-4776-BB5C-BE778E2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14922750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982CC-6F8F-40E3-867B-03A021A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7F2C6-F4C8-4E09-A00B-131B0B3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EA739-73DD-4488-A28B-317626E0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252CC-8C5F-46C5-B7CC-5266C118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B4481-2E38-4758-8184-8B9D622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91EC4-0EC5-4123-9E48-6B3FA0D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21309-8779-4CE7-853B-63CA86E0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5F063-875B-472B-9D9F-2F029E08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2325D-C3E5-4217-9868-0DC4F1DA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EE0F1-1EF6-4F7F-8F8F-A466F449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07D3F-3757-450E-A305-E7BE859F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2BBD1-2360-4B3E-90FF-A3AA903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3575E-8D35-4B29-801B-BB6A2777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8FB4E-E261-41EA-8BB5-C262FB8F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F2494-57C8-41D4-B20F-92A4CA0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F16CA-D063-49D0-8985-D3F591F8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69F78-2CD6-4379-88B7-A3016F1A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E32DC-7312-4080-B774-F14D0FE7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C5E9B-E170-4607-9A55-6508DB1C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82AA2-3516-4361-A258-27689040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FDA96-E06B-4D46-8CAB-4595A49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B7F57-85A3-4C84-B9FE-797A71C4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过程推导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CD8C7-DE1C-4A40-B8CB-8D95C263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First Fly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2E725-20BC-49FF-8974-0420B8BB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从身体动作到环形座舱形态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CCDF9-AE4C-42F8-BE37-E23004F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 2035 短途空中出行，重新想象让飞行回归身体体验本身的座舱与装置。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C29EF-EF0B-42E9-AB15-0015DEAD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14053-C473-41AD-A272-D62DE301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CC604F-85B7-45A6-B68B-B8292586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用草图、流程和形态迭代推进方案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保留从需求到原型的推导关系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让视觉表达服务于方案可信度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0AECDD-9CAF-426F-A3F9-BF192DB7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未来飞行体验概念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15419C-0589-48A1-BDB9-BF6817A5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未来交通 / 座舱体验 / 概念产品 / 场景叙事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A0AFE6-64C6-4F5B-B452-06EC960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a7b4f6e5f43ae"/>
          <a:srcRect xmlns:a="http://schemas.openxmlformats.org/drawingml/2006/main" l="5894" t="0" r="5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C261F-AA76-4C5B-AEE4-D0B7CE0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6A3132-B58F-4B7F-A291-947D5584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未来飞行体验概念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9C8473-1CD6-47AD-857E-617C8928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6565F7-6097-46EE-8F3A-FA16DB3B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E0DAF8-0E5D-4906-ABE8-4315AE0D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550F6E-F0E0-4B92-A7E4-4316A69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1861145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58679-089B-4FF6-AA41-F9D67B07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974F3-A1F1-4159-891E-CBF5673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017EA-36CC-499F-A618-D1D96795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84B2C-206A-4F5E-A0D2-92AF5D89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A4A33-BD4D-4B36-BED4-0381648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8309B-01F3-4313-BC17-78CBD32F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9EF3F-6355-4459-B6DD-0F66BF8E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D047D-C3F4-4223-92D6-08B83F45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A7FA8-E543-4EB1-A407-432C4C23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BC81E-A409-42E0-82A4-389CD36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7AF43-99DE-4A18-8EA6-CA6637C7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AD8CE-4AEE-442C-9CF9-0CCFDBA4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54B88-EA5D-490C-AA8F-E2E4DAD6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7409-908B-466B-9796-CB3930A6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7610B-8262-4A5A-A310-C9AAE0A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EA886-D00D-4592-8CA5-3A9B932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A0926-4AB6-4A51-84B1-93AE590F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3AEDA-CA48-4820-BAE2-B94402E1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9501F-05DC-47DE-83BE-B0802812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81364-E864-4781-A38A-7B1CF673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3EF85-9284-4C04-8708-47DCCC3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B52D2-337B-45C4-9489-706FB489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方案表达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F1EF7-571D-46B5-B6B9-1AED6A3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First Fly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FCF6E-302B-4166-91B3-3EAE4522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轻量化、舒适性与空间利用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7C445-4EEB-4563-ACB4-17F4A0C2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面向 2035 短途空中出行，重新想象让飞行回归身体体验本身的座舱与装置。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5D238-1F26-461B-BE70-E57AFE63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6DBE9-F087-456F-B930-E097D244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C8BB4-AD9F-461D-903B-46516618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用产品形态回应核心使用场景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把交互、结构和视觉语言统一到同一方案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形成可展示、可讨论的落地表达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3685F-484D-475A-8836-B51B2DC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未来飞行体验概念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6096A-EEAE-485C-BA47-A2D44E84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未来交通 / 座舱体验 / 概念产品 / 场景叙事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E604A-6377-4215-95D4-4332499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afddf28e349bc"/>
          <a:srcRect xmlns:a="http://schemas.openxmlformats.org/drawingml/2006/main" l="11158" t="0" r="111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AC2CA0-45E2-4E5C-9AFF-8264B898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13400C-9053-4321-B1AC-30B27583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未来飞行体验概念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6DB7C3-0FE1-470A-8C06-576324D3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75773-E931-460D-BC85-29AAA992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3AC0F0-1A85-4084-80C6-26762CE8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9CC4E9-0FFE-4EA0-BA65-A4BF3FF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5143609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4BBC2-82A9-4F9D-A167-54D94089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AE177-2C4F-4455-937C-58ACEEAD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3740E-3058-4335-833A-36546FE6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D184C-F14A-45A6-9F5A-14C9341C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5489F-4B82-4278-BC08-DE3DC6A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0C60C-34BB-46EC-BC5E-E8A2EDED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37AB4-B932-4544-9D1E-D61B9ED2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1291F-976C-471D-8F34-37CEC057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F3B0E-D56C-44CC-A215-D32F4F24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62BE3-7CD4-4062-94DA-BDD8FD19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02C53-722E-4B16-B6D7-136CC1C1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BC906-42E2-4F18-9FE9-2D7C25D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5D445-DA85-4353-8943-D0EBF5B0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6575D-95A9-43CA-A7DC-9D8BAF4A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D8588-886F-43FA-B1EB-1DC0586F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58846-46CA-4840-9B07-9E418C2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4228F-0CD1-4D0D-9F4B-674F1E1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B8391-8D27-49A6-AC4B-294EF51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10DD2-CBF2-433B-B595-B9B5AB9C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F0B4D-E965-4F27-90C4-8E5D420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2A8BD-05D4-47BC-96D0-E82BD580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AF9F3-AD5B-4495-98BB-8638E850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场景切入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60098-582C-40B9-9812-D654ADCD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流动的时空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DFEC4-047C-4757-AB62-C3E217CA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把上海历史变成可穿行的时空体验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62F52-6C4C-45A7-BB8A-BD40E84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以浦东美术馆为场地，构建穿梭上海历史与未来的沉浸式空间体验。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C7E18-8B8F-4074-9E2C-6629C18C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8669A-6FB6-4D9C-B0EE-72C70728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B360B6-6861-4975-89AC-9A8F327D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核心场景：VR/AR 空间体验设计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个人贡献：场景构思 / 空间路径 / 内容组织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关键词：空间叙事 / 展陈体验 / VR/AR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DCA38-75F8-4FD8-9068-D7503E25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VR/AR 空间体验设计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F7A2C4-B3BB-4875-BC55-DFD14EBF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空间叙事 / 展陈体验 / VR/AR / 视觉组织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0DF97B-6251-4667-9544-A66E7F15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307fab2dd47a8"/>
          <a:srcRect xmlns:a="http://schemas.openxmlformats.org/drawingml/2006/main" l="0" t="13800" r="0" b="13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574A7-FBBD-4658-B1DF-494F2CB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BFAC81-61ED-4FDD-A92B-BDAAAD0D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VR/AR 空间体验设计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F0AC3E-E795-4551-A551-CE2740D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D12709-8401-48DA-A528-4A35E3E5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A52E54-A226-4620-8746-909A55D9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82269C-D871-4E4B-83CA-CF3C58AE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15829973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6A259A-557B-456E-99F0-FAC667A5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D8283-C9BB-4CEE-9F02-F5D6AAF9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045A9-2B1C-4146-BE68-4B211D8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BDBEE-B145-4F8A-B1E9-3589AC8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26730-2FB5-471E-853C-6769C648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C0C70-B98F-4911-8D60-334F0333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40F95-574D-400D-B778-EAF566B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7A438-D016-4CAE-A9D4-0E6BBD90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95D9D-D7DC-41D2-AB5A-0AA98686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3D38C-2D00-41F2-9749-75F15A94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8018A-0D58-4A6B-ABA3-174851A6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DEEDB-EC48-45D6-BD4D-7A9C0C0F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FF531-FA5B-43AB-91B1-4BC81463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D0F77-C745-4370-A36B-68F5E183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240FD-FA47-4296-A3E5-429D97FE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C9B4F-7374-4581-A7C1-672A0E8F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23543-C648-4151-BE58-E7E3DB43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5F347-599B-4623-9B0B-F680DBF2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E48E8-6C0E-49CF-ACBD-CC7A81A1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5B617-6138-4774-8C6C-D9B977AD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7BCA2-35F4-4781-8FE3-FCC0C26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66042-D016-4FCF-90CE-A1F8B495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方案表达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9AAB3-4A2F-4FE9-85BB-A8120496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流动的时空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E6F53-FCB5-45D8-A0B7-76BD7689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场景、路径与 AR 交互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B29EE-F0D6-4B45-82D2-583A639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以浦东美术馆为场地，构建穿梭上海历史与未来的沉浸式空间体验。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3850E-F124-4063-88AB-68707E83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F247B-BEE4-4C52-B010-CEB651AB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3084F-358C-4E44-917F-0E9BB2E3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用产品形态回应核心使用场景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把交互、结构和视觉语言统一到同一方案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形成可展示、可讨论的落地表达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6B465-D34C-48E6-BE8A-65A03DFC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VR/AR 空间体验设计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DDBD9-1E34-43D4-82C8-6DF7C3AA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空间叙事 / 展陈体验 / VR/AR / 视觉组织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5A6FD8-FEB3-40E2-8483-DF751DCC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e1a14644d4c19"/>
          <a:srcRect xmlns:a="http://schemas.openxmlformats.org/drawingml/2006/main" l="0" t="13800" r="0" b="13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922415-F9DF-4095-8567-CF447C1A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0034C-08DD-4503-9E3F-C349DEA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VR/AR 空间体验设计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8DED84-3489-4886-AFAE-DE8B4D75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798D11-9474-405D-A878-93879D81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B81351-A517-463A-A07D-085595EA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F4F3F7-A13B-4340-9A5C-4B1AFF3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18274962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3DCDA-B604-4BB2-B146-B5FBCC9E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57504-18CC-4AC9-ADB5-4AF85A0A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702A0-5AC7-4538-936E-5BC987E7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CA7AC-D97F-4D3A-B8CC-2C23633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53FFC-93B7-44AB-A7B5-00A4D417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E9E3C-09CB-4C9A-A7A8-3C5E4DEC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41B1A-DFF2-464D-A8E6-583B63CC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A5320-8C3A-486B-8494-3B7F4CF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7FBD3-D1CD-4F82-9C3C-BC1EEB10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073FA-9674-4C20-AFD2-5FD38A4C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C8ADA-E989-40E5-AECD-CBFBBDAA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420F6-F1DB-4736-90D6-4222A5AA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01514-D608-41EE-AE63-4AD1636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192C9-EFCA-44E7-80ED-FA36FFB6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1B925-CC85-4524-91DE-DBEA9737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FA64E-94EB-472D-A744-6D91DB1C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52149-887B-4CAD-881E-FFB52430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72649-32B2-48D5-A2CB-D0FAACE5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6817B-CD8A-42E1-9AEE-06A6510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68186-3E12-497D-B222-1456C526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8CFF6-B29A-4021-B775-C55DD071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D9B26-4EB1-4AB2-8B89-201375B8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过程推导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9EAEA-F339-4F39-99F7-B0E2695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果实与演化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638C2-1717-43DF-B958-5B57AD07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自然选择、人工选择与算法介入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3CBBF-E431-4092-A947-1D4EABC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从果实演化逻辑出发，用算法和参数化模型生成新的食物形态，并完成实体制作。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B3F24-AD7B-4382-9DCE-61D38F1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37AA9-01D9-49DE-8018-5DC121B9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5EA00-E1C1-4730-980F-6575A58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用草图、流程和形态迭代推进方案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保留从需求到原型的推导关系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让视觉表达服务于方案可信度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9DCA6-AA18-4B4F-9571-D3F18C08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参数化食物设计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23FA8-8AC5-4489-AF70-EA01B5BE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食物设计 / 参数化 / 生成式探索 / 实体制作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B062EB-384F-4381-A44D-7B4F95CC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d170ebfb6442a"/>
          <a:srcRect xmlns:a="http://schemas.openxmlformats.org/drawingml/2006/main" l="5195" t="0" r="5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7E4F7-DF77-4250-AE24-5D5D1C0F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9BCED8-4CA5-4EF8-8E50-BF7C3C5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参数化食物设计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5EA9D-0F7E-45AF-B287-7E1A4F09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7DE229-85A9-4002-8DDD-554F9F7C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9978B3-8360-4961-ADB5-4EF84B5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C4428C-53A7-44D5-B1E3-3533D2C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1495947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D3A62A-00ED-40B4-AA6E-9B443E4F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2EE97-4CDC-419B-8998-0AD4D2E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37BF2-CA69-4887-BC2D-3BA74D85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04FBE-8542-46E6-8C56-81CCF73F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CCE8B-5484-4EDA-ADEB-3D104568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767E1-375A-4255-ACAA-4BD9D201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D313-B4FF-4016-A5E4-3C8D61EA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8D861-EEDC-43A8-AF91-EE1FFE20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CCA6A-929E-4015-86B9-9517E8E6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0C6E8-D991-4D51-82B0-06260D0C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0BCC2-7EAA-4A46-B6E0-53E7AD16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2B4BC-91CA-489C-A5D1-5BF58E19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69C7B-50F0-4282-992C-F1ECF06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196B3-118A-49AE-BC35-0C3CA0A3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809BD-8D10-44D5-9739-C17DDB23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CC8F0-7A4B-4E78-BBD0-C8ABA8A7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850F7-8664-4396-94F6-E64DC872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C49AF-7D4F-44B3-9B94-D2CDCFA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2A895-CA0A-499E-B734-53FC2449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7BB52-A36B-4B60-A9BF-C34E83F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43A56-1CF0-4BCC-8F23-FDF459B5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EC375-150C-498D-8282-C7C91433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方案表达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AEFF5-66D2-4D8D-B810-D3A3166A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果实与演化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5A956-9D38-4D01-AA68-10CB4756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从参数化模型到可食用原型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986CB-3914-40CD-B0C6-7EBEED56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从果实演化逻辑出发，用算法和参数化模型生成新的食物形态，并完成实体制作。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A6387-A6D3-456A-BC5C-0596A7F1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355A7-188F-43CD-8850-C4A896E0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8D0EB-2FDB-4AF1-907A-1FF5D318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用产品形态回应核心使用场景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把交互、结构和视觉语言统一到同一方案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形成可展示、可讨论的落地表达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4A968-4A1F-4781-9136-BB26ED7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参数化食物设计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DE927-D584-4A54-99D7-04ABA0A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食物设计 / 参数化 / 生成式探索 / 实体制作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B9F6F0-1879-408B-8C1B-84FBF249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5863713f04cc2"/>
          <a:srcRect xmlns:a="http://schemas.openxmlformats.org/drawingml/2006/main" l="3959" t="0" r="39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12B835-28A4-4999-9D3B-B95C0245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1F6B9D-32E5-4FA6-97BA-FEE5B8C2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参数化食物设计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AEC6F-8107-4CF4-91CD-A2CFB022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9F5DA-42BF-404E-BEFD-6BA6DD2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CF1AC4-6CAA-40C3-B73D-FAE3DE36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AB9019-2897-4782-8D4B-E40380FE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4885677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20F78-D5AC-4D93-949D-4ED322CF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BE07C-B185-40CE-8897-C9B45819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B5E40-E3C1-42A9-BBBB-3F4F968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C16D5-FF0D-4035-88F1-A0BB856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1BA66-ACAC-4306-A70E-788FE6AB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B0567-3450-4EE0-9763-D0A42245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FF8B1-A2A9-4C55-81ED-512D9897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E564B-D55E-4B5E-A20E-3EACA2DC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DCA53-A9AB-48A6-890F-7C5106DF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F1294-1F3D-48AA-9F40-4FFB31B1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60318-A9A4-4134-B027-E88BECE5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67A47-6A9A-4EEF-A1CE-D0E70030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116B9-2D53-445B-9E18-FCE78FEF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F26CE-EA6D-459D-9D84-CBB1A7DA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2BDF1-0BDE-4EEE-9CDA-CC357A31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9BB0A-1ABB-423F-830C-88378788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87AAD-BB60-483B-84D5-DAF43494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0E59C-C566-4833-A75F-524E391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FD966-AE07-4F3E-B219-DE461B5F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3DEAA-013D-4FEE-8848-75B6A6B9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D3E3F-B790-452E-94EF-EBC47093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F5A00-8AD8-44F8-A0BC-B984642E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快速项目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E2736-AB05-432C-B463-CE66187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3D 打印鞋履设计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074605-21B1-4E27-9C8E-750CCB7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制造与造型实验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CFD8D-AD71-47CA-9775-340EF2CB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以网球鞋和暗晦视觉为方向，探索 3D 打印鞋履的造型、色彩和材料表达。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49137-52A4-4863-BC80-D34F44C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F12BE-096C-43F9-8889-7E5D164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8966A7-C8A1-4D1F-BC1F-E9E0F66B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补充方向：鞋履与制造实验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个人贡献：造型方案 / 视觉表达 / 实体测试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· 关键词：鞋履 / 3D 打印 / 造型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585B8-7561-48EE-ACDF-3FFE1053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鞋履与制造实验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8006F-6BD7-44E2-8F92-34FF370B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鞋履 / 3D 打印 / 造型 / 材料实验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F9287-C9C5-49F6-A206-22647AD5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5105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67e11cfe45b2"/>
          <a:srcRect xmlns:a="http://schemas.openxmlformats.org/drawingml/2006/main" l="1044" t="0" r="10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4762500" cy="3448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0C357-EB91-4E0B-881E-7D5197D7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项目视觉证据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6E0D54-7317-4144-9782-8D626E8A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鞋履与制造实验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6DCB8C-B51D-4F12-B5EF-DCC7C07F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C67DE-AD2B-42AA-9FE6-4114D3AC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574133-DFC1-46BE-8170-0FAC8EA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061977-89E8-4E0B-9229-0621E1D5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20309926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9A1A92-661F-4285-A3F1-360F5C1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E0F95-F1AA-4B49-B8D9-2094683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720E1-6AC1-4B59-83D0-BA77AA3F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0477A-4673-45F8-8922-2951C129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B0609-9739-4F68-8E7B-B412E240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BF0ED-428D-4EC5-BE58-9685359C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A690F-A892-4C49-AA7E-B1EB277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C12EA-7C45-4A87-B55A-836E532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6EF12-602D-4C9C-AEDA-BA8B5333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7EC95-61F6-4D55-B990-E3389FEF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0E760-AB01-4E96-9DAF-6D9B337B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41FFA-DB78-463B-B359-405809C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AE88F-0949-4D7E-BA02-54EBC359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7200"/>
            <a:ext cx="952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37C24-C15E-442D-87F3-76A2AB4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8240A-CD1A-4684-B12D-55C3DEC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7D099-F21C-4CD3-A54A-E8E27F9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354F9-8340-47BC-BAC6-70259C8C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9D272-86EB-43FC-A14C-1E8E3CDF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72419-70D3-463F-86C3-C0094EC1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2439A-4C83-4D55-84DA-511782C4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F97AA-9097-4C08-AE70-BE19B80C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6196D-D089-4B28-A7A3-C0B7494A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综合线索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58B65-51F0-4123-9746-4166A715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让设计判断能够被场景、系统和视觉证据共同支撑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93433-588F-4CA2-ACB0-ACD230AA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这组作品的共同目标不是展示单个造型，而是说明我如何把不确定的真实场景整理成可讨论、可迭代、可呈现的产品体验。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6A57C-3FF0-44D1-A6E4-FCF25D8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0861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F85AF-C009-450D-982D-CC0222A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场景证据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AB2ED-C98C-4F0A-995E-9142B153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先理解使用关系和约束，再定义设计目标。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1AD15-86D7-4BE9-A099-2A8EC0B6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62450"/>
            <a:ext cx="30861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63070D-3B24-40C4-A563-0F3D5535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系统闭环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C2956F-94D6-41E8-A8FA-58845187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把感知、判断、反馈和界面放在同一体验链路中。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00061-D1BB-4E52-B376-8AF0C7D6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62450"/>
            <a:ext cx="30861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2B02E-7E2E-4FB9-9A66-BD06799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表达落地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AAAE21-D1CC-4112-B32B-44DEE6E9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用结构、原型和视觉叙事让方案被看见和讨论。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AB238-7293-43EB-9F53-B57CEDBC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场景洞察 · 产品系统 · 智能交互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DE05D-9329-4BEE-BAD8-F0EA6010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FE27A1-FA77-49F4-ACB8-B4259B21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赵实旷_实习作品集_母版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050F4-33D8-4C52-A30C-FF35546F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完整项目池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31D86-5E0F-4B80-BE2C-1CB3B541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851073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2026-07-08T04:49:07.7100000Z</dcterms:created>
  <dcterms:modified xsi:type="dcterms:W3CDTF">2026-07-08T04:49:07.7100000Z</dcterms:modified>
</coreProperties>
</file>